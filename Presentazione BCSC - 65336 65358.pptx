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725"/>
  </p:normalViewPr>
  <p:slideViewPr>
    <p:cSldViewPr snapToGrid="0">
      <p:cViewPr varScale="1">
        <p:scale>
          <a:sx n="91" d="100"/>
          <a:sy n="91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A0815C-4881-4BBC-9B9C-47DB5AE4F9A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627273-1150-42C9-968E-A07DDF756BCE}">
      <dgm:prSet/>
      <dgm:spPr/>
      <dgm:t>
        <a:bodyPr/>
        <a:lstStyle/>
        <a:p>
          <a:r>
            <a:rPr lang="it-IT"/>
            <a:t>Decentralized exchanges.</a:t>
          </a:r>
          <a:endParaRPr lang="en-US"/>
        </a:p>
      </dgm:t>
    </dgm:pt>
    <dgm:pt modelId="{E8477D3D-7FC3-499A-87D8-9E1762B836F0}" type="parTrans" cxnId="{59D4077E-4E5C-4731-BF37-DA5247566EEE}">
      <dgm:prSet/>
      <dgm:spPr/>
      <dgm:t>
        <a:bodyPr/>
        <a:lstStyle/>
        <a:p>
          <a:endParaRPr lang="en-US"/>
        </a:p>
      </dgm:t>
    </dgm:pt>
    <dgm:pt modelId="{CD9B32EF-72DE-46F4-853A-60E8BE1ED414}" type="sibTrans" cxnId="{59D4077E-4E5C-4731-BF37-DA5247566EEE}">
      <dgm:prSet/>
      <dgm:spPr/>
      <dgm:t>
        <a:bodyPr/>
        <a:lstStyle/>
        <a:p>
          <a:endParaRPr lang="en-US"/>
        </a:p>
      </dgm:t>
    </dgm:pt>
    <dgm:pt modelId="{45E1880E-4BBE-44BB-9BEE-7FFA507F4534}">
      <dgm:prSet/>
      <dgm:spPr/>
      <dgm:t>
        <a:bodyPr/>
        <a:lstStyle/>
        <a:p>
          <a:r>
            <a:rPr lang="it-IT"/>
            <a:t>Liquidity providers.</a:t>
          </a:r>
          <a:endParaRPr lang="en-US"/>
        </a:p>
      </dgm:t>
    </dgm:pt>
    <dgm:pt modelId="{CFF9F59C-B44B-428A-8F5E-CD6776B1E39A}" type="parTrans" cxnId="{DD10EF61-168F-4FDD-8917-04D90011A1EA}">
      <dgm:prSet/>
      <dgm:spPr/>
      <dgm:t>
        <a:bodyPr/>
        <a:lstStyle/>
        <a:p>
          <a:endParaRPr lang="en-US"/>
        </a:p>
      </dgm:t>
    </dgm:pt>
    <dgm:pt modelId="{88CDB511-17A5-42A1-8483-400F5C830C4A}" type="sibTrans" cxnId="{DD10EF61-168F-4FDD-8917-04D90011A1EA}">
      <dgm:prSet/>
      <dgm:spPr/>
      <dgm:t>
        <a:bodyPr/>
        <a:lstStyle/>
        <a:p>
          <a:endParaRPr lang="en-US"/>
        </a:p>
      </dgm:t>
    </dgm:pt>
    <dgm:pt modelId="{784DDDB4-46B8-412B-8177-3C33A8BB8D0A}">
      <dgm:prSet/>
      <dgm:spPr/>
      <dgm:t>
        <a:bodyPr/>
        <a:lstStyle/>
        <a:p>
          <a:r>
            <a:rPr lang="it-IT"/>
            <a:t>Yield aggregators.</a:t>
          </a:r>
          <a:endParaRPr lang="en-US"/>
        </a:p>
      </dgm:t>
    </dgm:pt>
    <dgm:pt modelId="{F709F747-DB97-4358-B4E8-9D36E9267CB9}" type="parTrans" cxnId="{092A3152-528D-4A6B-937F-519BC499B9BF}">
      <dgm:prSet/>
      <dgm:spPr/>
      <dgm:t>
        <a:bodyPr/>
        <a:lstStyle/>
        <a:p>
          <a:endParaRPr lang="en-US"/>
        </a:p>
      </dgm:t>
    </dgm:pt>
    <dgm:pt modelId="{0D43E3B9-C6E9-431A-897B-E189BC3B0677}" type="sibTrans" cxnId="{092A3152-528D-4A6B-937F-519BC499B9BF}">
      <dgm:prSet/>
      <dgm:spPr/>
      <dgm:t>
        <a:bodyPr/>
        <a:lstStyle/>
        <a:p>
          <a:endParaRPr lang="en-US"/>
        </a:p>
      </dgm:t>
    </dgm:pt>
    <dgm:pt modelId="{A6889B20-FD29-4747-8681-6BB5E07DFCD1}">
      <dgm:prSet/>
      <dgm:spPr/>
      <dgm:t>
        <a:bodyPr/>
        <a:lstStyle/>
        <a:p>
          <a:r>
            <a:rPr lang="it-IT"/>
            <a:t>Decentralized autonomous organizations.</a:t>
          </a:r>
          <a:endParaRPr lang="en-US"/>
        </a:p>
      </dgm:t>
    </dgm:pt>
    <dgm:pt modelId="{67C5C361-7EEC-4990-87E1-AAEEB8775564}" type="parTrans" cxnId="{4E5A78B5-8749-4FCC-B1C3-9FEC8A0E76FB}">
      <dgm:prSet/>
      <dgm:spPr/>
      <dgm:t>
        <a:bodyPr/>
        <a:lstStyle/>
        <a:p>
          <a:endParaRPr lang="en-US"/>
        </a:p>
      </dgm:t>
    </dgm:pt>
    <dgm:pt modelId="{EDC3F8A4-09EB-4EAA-81AF-7681AF243EC9}" type="sibTrans" cxnId="{4E5A78B5-8749-4FCC-B1C3-9FEC8A0E76FB}">
      <dgm:prSet/>
      <dgm:spPr/>
      <dgm:t>
        <a:bodyPr/>
        <a:lstStyle/>
        <a:p>
          <a:endParaRPr lang="en-US"/>
        </a:p>
      </dgm:t>
    </dgm:pt>
    <dgm:pt modelId="{CBB2469B-F8B8-4525-89EC-4EC510A940D0}">
      <dgm:prSet/>
      <dgm:spPr/>
      <dgm:t>
        <a:bodyPr/>
        <a:lstStyle/>
        <a:p>
          <a:r>
            <a:rPr lang="it-IT"/>
            <a:t>Oracoli, wallet, API.</a:t>
          </a:r>
          <a:endParaRPr lang="en-US"/>
        </a:p>
      </dgm:t>
    </dgm:pt>
    <dgm:pt modelId="{229592BF-D498-4D37-9A3A-23090FB02193}" type="parTrans" cxnId="{EC1CE6DB-1D2B-4C7A-84B6-905B3A73A68C}">
      <dgm:prSet/>
      <dgm:spPr/>
      <dgm:t>
        <a:bodyPr/>
        <a:lstStyle/>
        <a:p>
          <a:endParaRPr lang="en-US"/>
        </a:p>
      </dgm:t>
    </dgm:pt>
    <dgm:pt modelId="{A4DA1811-A469-4921-A829-9EAA78C8D63B}" type="sibTrans" cxnId="{EC1CE6DB-1D2B-4C7A-84B6-905B3A73A68C}">
      <dgm:prSet/>
      <dgm:spPr/>
      <dgm:t>
        <a:bodyPr/>
        <a:lstStyle/>
        <a:p>
          <a:endParaRPr lang="en-US"/>
        </a:p>
      </dgm:t>
    </dgm:pt>
    <dgm:pt modelId="{150395AC-DDBA-4DFA-8846-6FFCDA13D206}">
      <dgm:prSet/>
      <dgm:spPr/>
      <dgm:t>
        <a:bodyPr/>
        <a:lstStyle/>
        <a:p>
          <a:r>
            <a:rPr lang="it-IT"/>
            <a:t>Sicurezza.</a:t>
          </a:r>
          <a:endParaRPr lang="en-US"/>
        </a:p>
      </dgm:t>
    </dgm:pt>
    <dgm:pt modelId="{7F142C90-E7C5-453C-84E2-ADBBE50F0CE3}" type="parTrans" cxnId="{20BBCE7A-D461-403E-85E5-6C2DE6912CBF}">
      <dgm:prSet/>
      <dgm:spPr/>
      <dgm:t>
        <a:bodyPr/>
        <a:lstStyle/>
        <a:p>
          <a:endParaRPr lang="en-US"/>
        </a:p>
      </dgm:t>
    </dgm:pt>
    <dgm:pt modelId="{D11F2C5E-7330-436C-AFBE-D4D048E6D9B0}" type="sibTrans" cxnId="{20BBCE7A-D461-403E-85E5-6C2DE6912CBF}">
      <dgm:prSet/>
      <dgm:spPr/>
      <dgm:t>
        <a:bodyPr/>
        <a:lstStyle/>
        <a:p>
          <a:endParaRPr lang="en-US"/>
        </a:p>
      </dgm:t>
    </dgm:pt>
    <dgm:pt modelId="{35974C86-CD30-524B-B3C6-1B5AA1084070}" type="pres">
      <dgm:prSet presAssocID="{19A0815C-4881-4BBC-9B9C-47DB5AE4F9AC}" presName="vert0" presStyleCnt="0">
        <dgm:presLayoutVars>
          <dgm:dir/>
          <dgm:animOne val="branch"/>
          <dgm:animLvl val="lvl"/>
        </dgm:presLayoutVars>
      </dgm:prSet>
      <dgm:spPr/>
    </dgm:pt>
    <dgm:pt modelId="{88615D6C-D947-164D-AB67-996DFD258C0B}" type="pres">
      <dgm:prSet presAssocID="{27627273-1150-42C9-968E-A07DDF756BCE}" presName="thickLine" presStyleLbl="alignNode1" presStyleIdx="0" presStyleCnt="6"/>
      <dgm:spPr/>
    </dgm:pt>
    <dgm:pt modelId="{E1DC7415-166D-C140-A302-CA94CEFE23BB}" type="pres">
      <dgm:prSet presAssocID="{27627273-1150-42C9-968E-A07DDF756BCE}" presName="horz1" presStyleCnt="0"/>
      <dgm:spPr/>
    </dgm:pt>
    <dgm:pt modelId="{0C7BBE05-CBA8-3A48-9705-CC7D9D4C0079}" type="pres">
      <dgm:prSet presAssocID="{27627273-1150-42C9-968E-A07DDF756BCE}" presName="tx1" presStyleLbl="revTx" presStyleIdx="0" presStyleCnt="6"/>
      <dgm:spPr/>
    </dgm:pt>
    <dgm:pt modelId="{82888C87-B499-C74A-9129-810013A65571}" type="pres">
      <dgm:prSet presAssocID="{27627273-1150-42C9-968E-A07DDF756BCE}" presName="vert1" presStyleCnt="0"/>
      <dgm:spPr/>
    </dgm:pt>
    <dgm:pt modelId="{584DD44B-CDAB-3E40-A672-880D005BC918}" type="pres">
      <dgm:prSet presAssocID="{45E1880E-4BBE-44BB-9BEE-7FFA507F4534}" presName="thickLine" presStyleLbl="alignNode1" presStyleIdx="1" presStyleCnt="6"/>
      <dgm:spPr/>
    </dgm:pt>
    <dgm:pt modelId="{4B24AB75-A4D1-F14F-A569-E49222A6F24E}" type="pres">
      <dgm:prSet presAssocID="{45E1880E-4BBE-44BB-9BEE-7FFA507F4534}" presName="horz1" presStyleCnt="0"/>
      <dgm:spPr/>
    </dgm:pt>
    <dgm:pt modelId="{56876AB3-8FBE-EF4B-96D0-820E8D025629}" type="pres">
      <dgm:prSet presAssocID="{45E1880E-4BBE-44BB-9BEE-7FFA507F4534}" presName="tx1" presStyleLbl="revTx" presStyleIdx="1" presStyleCnt="6"/>
      <dgm:spPr/>
    </dgm:pt>
    <dgm:pt modelId="{DB48183E-6CD0-0D4E-8999-C85264FD8969}" type="pres">
      <dgm:prSet presAssocID="{45E1880E-4BBE-44BB-9BEE-7FFA507F4534}" presName="vert1" presStyleCnt="0"/>
      <dgm:spPr/>
    </dgm:pt>
    <dgm:pt modelId="{CD081774-F64F-A44C-945C-EBFE8049D845}" type="pres">
      <dgm:prSet presAssocID="{784DDDB4-46B8-412B-8177-3C33A8BB8D0A}" presName="thickLine" presStyleLbl="alignNode1" presStyleIdx="2" presStyleCnt="6"/>
      <dgm:spPr/>
    </dgm:pt>
    <dgm:pt modelId="{D3A55235-60B1-904C-A01D-04EABF204AC1}" type="pres">
      <dgm:prSet presAssocID="{784DDDB4-46B8-412B-8177-3C33A8BB8D0A}" presName="horz1" presStyleCnt="0"/>
      <dgm:spPr/>
    </dgm:pt>
    <dgm:pt modelId="{2D0FDADA-3DF9-ED41-B082-AF2AD3F87C8D}" type="pres">
      <dgm:prSet presAssocID="{784DDDB4-46B8-412B-8177-3C33A8BB8D0A}" presName="tx1" presStyleLbl="revTx" presStyleIdx="2" presStyleCnt="6"/>
      <dgm:spPr/>
    </dgm:pt>
    <dgm:pt modelId="{B8CA62D5-F78B-0849-A63C-1AB9ECF8C863}" type="pres">
      <dgm:prSet presAssocID="{784DDDB4-46B8-412B-8177-3C33A8BB8D0A}" presName="vert1" presStyleCnt="0"/>
      <dgm:spPr/>
    </dgm:pt>
    <dgm:pt modelId="{720DA2AF-78BD-0D40-85C4-5BDDBB6BD730}" type="pres">
      <dgm:prSet presAssocID="{A6889B20-FD29-4747-8681-6BB5E07DFCD1}" presName="thickLine" presStyleLbl="alignNode1" presStyleIdx="3" presStyleCnt="6"/>
      <dgm:spPr/>
    </dgm:pt>
    <dgm:pt modelId="{4C8D2EC3-D30F-2A43-8DEC-22BC8790B233}" type="pres">
      <dgm:prSet presAssocID="{A6889B20-FD29-4747-8681-6BB5E07DFCD1}" presName="horz1" presStyleCnt="0"/>
      <dgm:spPr/>
    </dgm:pt>
    <dgm:pt modelId="{35D833A7-5866-C545-8BC2-D473D571F50D}" type="pres">
      <dgm:prSet presAssocID="{A6889B20-FD29-4747-8681-6BB5E07DFCD1}" presName="tx1" presStyleLbl="revTx" presStyleIdx="3" presStyleCnt="6"/>
      <dgm:spPr/>
    </dgm:pt>
    <dgm:pt modelId="{EAF24149-11A2-DF49-8F03-9C53C696C8AF}" type="pres">
      <dgm:prSet presAssocID="{A6889B20-FD29-4747-8681-6BB5E07DFCD1}" presName="vert1" presStyleCnt="0"/>
      <dgm:spPr/>
    </dgm:pt>
    <dgm:pt modelId="{CE5CA57F-9903-034F-A4B6-24405A54B2DA}" type="pres">
      <dgm:prSet presAssocID="{CBB2469B-F8B8-4525-89EC-4EC510A940D0}" presName="thickLine" presStyleLbl="alignNode1" presStyleIdx="4" presStyleCnt="6"/>
      <dgm:spPr/>
    </dgm:pt>
    <dgm:pt modelId="{1D95415B-03DB-8641-B054-7A425DAF029F}" type="pres">
      <dgm:prSet presAssocID="{CBB2469B-F8B8-4525-89EC-4EC510A940D0}" presName="horz1" presStyleCnt="0"/>
      <dgm:spPr/>
    </dgm:pt>
    <dgm:pt modelId="{2EB96652-841E-B048-BFB6-C1228AB58485}" type="pres">
      <dgm:prSet presAssocID="{CBB2469B-F8B8-4525-89EC-4EC510A940D0}" presName="tx1" presStyleLbl="revTx" presStyleIdx="4" presStyleCnt="6"/>
      <dgm:spPr/>
    </dgm:pt>
    <dgm:pt modelId="{5583E486-BEBC-4A47-8002-F05377037382}" type="pres">
      <dgm:prSet presAssocID="{CBB2469B-F8B8-4525-89EC-4EC510A940D0}" presName="vert1" presStyleCnt="0"/>
      <dgm:spPr/>
    </dgm:pt>
    <dgm:pt modelId="{29B9B079-CC8E-CC4F-AE53-B6671EB164F9}" type="pres">
      <dgm:prSet presAssocID="{150395AC-DDBA-4DFA-8846-6FFCDA13D206}" presName="thickLine" presStyleLbl="alignNode1" presStyleIdx="5" presStyleCnt="6"/>
      <dgm:spPr/>
    </dgm:pt>
    <dgm:pt modelId="{61708845-131C-4C49-831C-57A85741765D}" type="pres">
      <dgm:prSet presAssocID="{150395AC-DDBA-4DFA-8846-6FFCDA13D206}" presName="horz1" presStyleCnt="0"/>
      <dgm:spPr/>
    </dgm:pt>
    <dgm:pt modelId="{D4DCBFCE-43E6-3B49-A43E-9A06C515D175}" type="pres">
      <dgm:prSet presAssocID="{150395AC-DDBA-4DFA-8846-6FFCDA13D206}" presName="tx1" presStyleLbl="revTx" presStyleIdx="5" presStyleCnt="6"/>
      <dgm:spPr/>
    </dgm:pt>
    <dgm:pt modelId="{0F5BA840-C077-0F4B-944C-7C0161BDD7D4}" type="pres">
      <dgm:prSet presAssocID="{150395AC-DDBA-4DFA-8846-6FFCDA13D206}" presName="vert1" presStyleCnt="0"/>
      <dgm:spPr/>
    </dgm:pt>
  </dgm:ptLst>
  <dgm:cxnLst>
    <dgm:cxn modelId="{C0177012-6D73-E249-85F4-6AFD79E0A64B}" type="presOf" srcId="{A6889B20-FD29-4747-8681-6BB5E07DFCD1}" destId="{35D833A7-5866-C545-8BC2-D473D571F50D}" srcOrd="0" destOrd="0" presId="urn:microsoft.com/office/officeart/2008/layout/LinedList"/>
    <dgm:cxn modelId="{95E5061D-C3BF-F34F-BA14-A3A4A8C1327C}" type="presOf" srcId="{CBB2469B-F8B8-4525-89EC-4EC510A940D0}" destId="{2EB96652-841E-B048-BFB6-C1228AB58485}" srcOrd="0" destOrd="0" presId="urn:microsoft.com/office/officeart/2008/layout/LinedList"/>
    <dgm:cxn modelId="{B9627E2C-59D2-1F47-A57B-82AB0DC6BA01}" type="presOf" srcId="{19A0815C-4881-4BBC-9B9C-47DB5AE4F9AC}" destId="{35974C86-CD30-524B-B3C6-1B5AA1084070}" srcOrd="0" destOrd="0" presId="urn:microsoft.com/office/officeart/2008/layout/LinedList"/>
    <dgm:cxn modelId="{092A3152-528D-4A6B-937F-519BC499B9BF}" srcId="{19A0815C-4881-4BBC-9B9C-47DB5AE4F9AC}" destId="{784DDDB4-46B8-412B-8177-3C33A8BB8D0A}" srcOrd="2" destOrd="0" parTransId="{F709F747-DB97-4358-B4E8-9D36E9267CB9}" sibTransId="{0D43E3B9-C6E9-431A-897B-E189BC3B0677}"/>
    <dgm:cxn modelId="{DD10EF61-168F-4FDD-8917-04D90011A1EA}" srcId="{19A0815C-4881-4BBC-9B9C-47DB5AE4F9AC}" destId="{45E1880E-4BBE-44BB-9BEE-7FFA507F4534}" srcOrd="1" destOrd="0" parTransId="{CFF9F59C-B44B-428A-8F5E-CD6776B1E39A}" sibTransId="{88CDB511-17A5-42A1-8483-400F5C830C4A}"/>
    <dgm:cxn modelId="{6970AE78-DBF3-C744-B8DA-DB5A3BE95809}" type="presOf" srcId="{45E1880E-4BBE-44BB-9BEE-7FFA507F4534}" destId="{56876AB3-8FBE-EF4B-96D0-820E8D025629}" srcOrd="0" destOrd="0" presId="urn:microsoft.com/office/officeart/2008/layout/LinedList"/>
    <dgm:cxn modelId="{20BBCE7A-D461-403E-85E5-6C2DE6912CBF}" srcId="{19A0815C-4881-4BBC-9B9C-47DB5AE4F9AC}" destId="{150395AC-DDBA-4DFA-8846-6FFCDA13D206}" srcOrd="5" destOrd="0" parTransId="{7F142C90-E7C5-453C-84E2-ADBBE50F0CE3}" sibTransId="{D11F2C5E-7330-436C-AFBE-D4D048E6D9B0}"/>
    <dgm:cxn modelId="{59D4077E-4E5C-4731-BF37-DA5247566EEE}" srcId="{19A0815C-4881-4BBC-9B9C-47DB5AE4F9AC}" destId="{27627273-1150-42C9-968E-A07DDF756BCE}" srcOrd="0" destOrd="0" parTransId="{E8477D3D-7FC3-499A-87D8-9E1762B836F0}" sibTransId="{CD9B32EF-72DE-46F4-853A-60E8BE1ED414}"/>
    <dgm:cxn modelId="{F5314EA9-D00A-B345-80B0-14C1BDAFD5FC}" type="presOf" srcId="{784DDDB4-46B8-412B-8177-3C33A8BB8D0A}" destId="{2D0FDADA-3DF9-ED41-B082-AF2AD3F87C8D}" srcOrd="0" destOrd="0" presId="urn:microsoft.com/office/officeart/2008/layout/LinedList"/>
    <dgm:cxn modelId="{4E5A78B5-8749-4FCC-B1C3-9FEC8A0E76FB}" srcId="{19A0815C-4881-4BBC-9B9C-47DB5AE4F9AC}" destId="{A6889B20-FD29-4747-8681-6BB5E07DFCD1}" srcOrd="3" destOrd="0" parTransId="{67C5C361-7EEC-4990-87E1-AAEEB8775564}" sibTransId="{EDC3F8A4-09EB-4EAA-81AF-7681AF243EC9}"/>
    <dgm:cxn modelId="{65CB6DBE-5A57-F44C-9DD4-B89BCD3C6123}" type="presOf" srcId="{27627273-1150-42C9-968E-A07DDF756BCE}" destId="{0C7BBE05-CBA8-3A48-9705-CC7D9D4C0079}" srcOrd="0" destOrd="0" presId="urn:microsoft.com/office/officeart/2008/layout/LinedList"/>
    <dgm:cxn modelId="{EC1CE6DB-1D2B-4C7A-84B6-905B3A73A68C}" srcId="{19A0815C-4881-4BBC-9B9C-47DB5AE4F9AC}" destId="{CBB2469B-F8B8-4525-89EC-4EC510A940D0}" srcOrd="4" destOrd="0" parTransId="{229592BF-D498-4D37-9A3A-23090FB02193}" sibTransId="{A4DA1811-A469-4921-A829-9EAA78C8D63B}"/>
    <dgm:cxn modelId="{60F6E7DC-E600-B445-ACF4-C7D47E9DD273}" type="presOf" srcId="{150395AC-DDBA-4DFA-8846-6FFCDA13D206}" destId="{D4DCBFCE-43E6-3B49-A43E-9A06C515D175}" srcOrd="0" destOrd="0" presId="urn:microsoft.com/office/officeart/2008/layout/LinedList"/>
    <dgm:cxn modelId="{A2D63CA8-6C87-C046-BF47-DEAB61041130}" type="presParOf" srcId="{35974C86-CD30-524B-B3C6-1B5AA1084070}" destId="{88615D6C-D947-164D-AB67-996DFD258C0B}" srcOrd="0" destOrd="0" presId="urn:microsoft.com/office/officeart/2008/layout/LinedList"/>
    <dgm:cxn modelId="{DEC713D4-6732-8C4F-9747-ED5D4471034E}" type="presParOf" srcId="{35974C86-CD30-524B-B3C6-1B5AA1084070}" destId="{E1DC7415-166D-C140-A302-CA94CEFE23BB}" srcOrd="1" destOrd="0" presId="urn:microsoft.com/office/officeart/2008/layout/LinedList"/>
    <dgm:cxn modelId="{9F62D4DC-15A9-6843-8C95-89EB7A5864E7}" type="presParOf" srcId="{E1DC7415-166D-C140-A302-CA94CEFE23BB}" destId="{0C7BBE05-CBA8-3A48-9705-CC7D9D4C0079}" srcOrd="0" destOrd="0" presId="urn:microsoft.com/office/officeart/2008/layout/LinedList"/>
    <dgm:cxn modelId="{3654FC96-6726-C04B-8327-630D76EF4458}" type="presParOf" srcId="{E1DC7415-166D-C140-A302-CA94CEFE23BB}" destId="{82888C87-B499-C74A-9129-810013A65571}" srcOrd="1" destOrd="0" presId="urn:microsoft.com/office/officeart/2008/layout/LinedList"/>
    <dgm:cxn modelId="{3F7E13A0-006B-6145-A2F1-0CA65ED4FBF8}" type="presParOf" srcId="{35974C86-CD30-524B-B3C6-1B5AA1084070}" destId="{584DD44B-CDAB-3E40-A672-880D005BC918}" srcOrd="2" destOrd="0" presId="urn:microsoft.com/office/officeart/2008/layout/LinedList"/>
    <dgm:cxn modelId="{574DB071-0F2F-5B44-A31B-9E3929A54ECF}" type="presParOf" srcId="{35974C86-CD30-524B-B3C6-1B5AA1084070}" destId="{4B24AB75-A4D1-F14F-A569-E49222A6F24E}" srcOrd="3" destOrd="0" presId="urn:microsoft.com/office/officeart/2008/layout/LinedList"/>
    <dgm:cxn modelId="{F9A44D47-8B1D-1F4F-AD3D-B31F4DB26D6B}" type="presParOf" srcId="{4B24AB75-A4D1-F14F-A569-E49222A6F24E}" destId="{56876AB3-8FBE-EF4B-96D0-820E8D025629}" srcOrd="0" destOrd="0" presId="urn:microsoft.com/office/officeart/2008/layout/LinedList"/>
    <dgm:cxn modelId="{90996B66-84D5-864F-B9DA-C8C4EEB1364A}" type="presParOf" srcId="{4B24AB75-A4D1-F14F-A569-E49222A6F24E}" destId="{DB48183E-6CD0-0D4E-8999-C85264FD8969}" srcOrd="1" destOrd="0" presId="urn:microsoft.com/office/officeart/2008/layout/LinedList"/>
    <dgm:cxn modelId="{55798751-662A-934D-8140-3AE1E615A961}" type="presParOf" srcId="{35974C86-CD30-524B-B3C6-1B5AA1084070}" destId="{CD081774-F64F-A44C-945C-EBFE8049D845}" srcOrd="4" destOrd="0" presId="urn:microsoft.com/office/officeart/2008/layout/LinedList"/>
    <dgm:cxn modelId="{DAD48849-8306-B141-B5B5-8A0A6CA15179}" type="presParOf" srcId="{35974C86-CD30-524B-B3C6-1B5AA1084070}" destId="{D3A55235-60B1-904C-A01D-04EABF204AC1}" srcOrd="5" destOrd="0" presId="urn:microsoft.com/office/officeart/2008/layout/LinedList"/>
    <dgm:cxn modelId="{399BF672-4353-354F-91FE-FC92992A150B}" type="presParOf" srcId="{D3A55235-60B1-904C-A01D-04EABF204AC1}" destId="{2D0FDADA-3DF9-ED41-B082-AF2AD3F87C8D}" srcOrd="0" destOrd="0" presId="urn:microsoft.com/office/officeart/2008/layout/LinedList"/>
    <dgm:cxn modelId="{4EB1566E-70CB-0541-B640-9AEFAC6CB3B9}" type="presParOf" srcId="{D3A55235-60B1-904C-A01D-04EABF204AC1}" destId="{B8CA62D5-F78B-0849-A63C-1AB9ECF8C863}" srcOrd="1" destOrd="0" presId="urn:microsoft.com/office/officeart/2008/layout/LinedList"/>
    <dgm:cxn modelId="{D23184F3-F3B6-E143-BB5B-77A7111EC3A9}" type="presParOf" srcId="{35974C86-CD30-524B-B3C6-1B5AA1084070}" destId="{720DA2AF-78BD-0D40-85C4-5BDDBB6BD730}" srcOrd="6" destOrd="0" presId="urn:microsoft.com/office/officeart/2008/layout/LinedList"/>
    <dgm:cxn modelId="{48960AAC-BB78-064E-B722-4166E4138A2D}" type="presParOf" srcId="{35974C86-CD30-524B-B3C6-1B5AA1084070}" destId="{4C8D2EC3-D30F-2A43-8DEC-22BC8790B233}" srcOrd="7" destOrd="0" presId="urn:microsoft.com/office/officeart/2008/layout/LinedList"/>
    <dgm:cxn modelId="{F7D0A436-C318-4B42-9A52-03B2AB814290}" type="presParOf" srcId="{4C8D2EC3-D30F-2A43-8DEC-22BC8790B233}" destId="{35D833A7-5866-C545-8BC2-D473D571F50D}" srcOrd="0" destOrd="0" presId="urn:microsoft.com/office/officeart/2008/layout/LinedList"/>
    <dgm:cxn modelId="{19D29B6A-C677-2640-AE7B-6B18CA5154C4}" type="presParOf" srcId="{4C8D2EC3-D30F-2A43-8DEC-22BC8790B233}" destId="{EAF24149-11A2-DF49-8F03-9C53C696C8AF}" srcOrd="1" destOrd="0" presId="urn:microsoft.com/office/officeart/2008/layout/LinedList"/>
    <dgm:cxn modelId="{B8BCD9D7-D2C1-B042-9FA9-A20907C2B394}" type="presParOf" srcId="{35974C86-CD30-524B-B3C6-1B5AA1084070}" destId="{CE5CA57F-9903-034F-A4B6-24405A54B2DA}" srcOrd="8" destOrd="0" presId="urn:microsoft.com/office/officeart/2008/layout/LinedList"/>
    <dgm:cxn modelId="{C8567124-5B80-604D-A7E2-92A7F0C6566F}" type="presParOf" srcId="{35974C86-CD30-524B-B3C6-1B5AA1084070}" destId="{1D95415B-03DB-8641-B054-7A425DAF029F}" srcOrd="9" destOrd="0" presId="urn:microsoft.com/office/officeart/2008/layout/LinedList"/>
    <dgm:cxn modelId="{1A33C10E-7BE1-664F-8201-E7DA72FF512F}" type="presParOf" srcId="{1D95415B-03DB-8641-B054-7A425DAF029F}" destId="{2EB96652-841E-B048-BFB6-C1228AB58485}" srcOrd="0" destOrd="0" presId="urn:microsoft.com/office/officeart/2008/layout/LinedList"/>
    <dgm:cxn modelId="{0561C3E7-7D2E-494F-A0E6-D0D1404D05CD}" type="presParOf" srcId="{1D95415B-03DB-8641-B054-7A425DAF029F}" destId="{5583E486-BEBC-4A47-8002-F05377037382}" srcOrd="1" destOrd="0" presId="urn:microsoft.com/office/officeart/2008/layout/LinedList"/>
    <dgm:cxn modelId="{CAB9C064-AA9E-7142-8772-07F98C0222C1}" type="presParOf" srcId="{35974C86-CD30-524B-B3C6-1B5AA1084070}" destId="{29B9B079-CC8E-CC4F-AE53-B6671EB164F9}" srcOrd="10" destOrd="0" presId="urn:microsoft.com/office/officeart/2008/layout/LinedList"/>
    <dgm:cxn modelId="{F916DAF9-E5E7-1B45-ADB2-1537962E2EC9}" type="presParOf" srcId="{35974C86-CD30-524B-B3C6-1B5AA1084070}" destId="{61708845-131C-4C49-831C-57A85741765D}" srcOrd="11" destOrd="0" presId="urn:microsoft.com/office/officeart/2008/layout/LinedList"/>
    <dgm:cxn modelId="{3B69C080-6831-A840-BA8F-6FC4567B4A46}" type="presParOf" srcId="{61708845-131C-4C49-831C-57A85741765D}" destId="{D4DCBFCE-43E6-3B49-A43E-9A06C515D175}" srcOrd="0" destOrd="0" presId="urn:microsoft.com/office/officeart/2008/layout/LinedList"/>
    <dgm:cxn modelId="{3BF98FED-16A3-2849-98EC-251A16818175}" type="presParOf" srcId="{61708845-131C-4C49-831C-57A85741765D}" destId="{0F5BA840-C077-0F4B-944C-7C0161BDD7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BCC0AA-D156-444D-9E3A-B26AF4F615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03F79A-7CF1-4308-9399-231A4A863330}">
      <dgm:prSet/>
      <dgm:spPr/>
      <dgm:t>
        <a:bodyPr/>
        <a:lstStyle/>
        <a:p>
          <a:r>
            <a:rPr lang="it-IT"/>
            <a:t>Trading fees.</a:t>
          </a:r>
          <a:endParaRPr lang="en-US"/>
        </a:p>
      </dgm:t>
    </dgm:pt>
    <dgm:pt modelId="{A9FE528C-28F6-4F04-8554-2E0C35C051FE}" type="parTrans" cxnId="{A1C24E13-2A56-41AF-BAA7-AAEA5677B227}">
      <dgm:prSet/>
      <dgm:spPr/>
      <dgm:t>
        <a:bodyPr/>
        <a:lstStyle/>
        <a:p>
          <a:endParaRPr lang="en-US"/>
        </a:p>
      </dgm:t>
    </dgm:pt>
    <dgm:pt modelId="{2C00FAA0-7D1A-4361-9CAD-ABED7315CB67}" type="sibTrans" cxnId="{A1C24E13-2A56-41AF-BAA7-AAEA5677B227}">
      <dgm:prSet/>
      <dgm:spPr/>
      <dgm:t>
        <a:bodyPr/>
        <a:lstStyle/>
        <a:p>
          <a:endParaRPr lang="en-US"/>
        </a:p>
      </dgm:t>
    </dgm:pt>
    <dgm:pt modelId="{32E93849-262E-4995-A0B7-684394158412}">
      <dgm:prSet/>
      <dgm:spPr/>
      <dgm:t>
        <a:bodyPr/>
        <a:lstStyle/>
        <a:p>
          <a:r>
            <a:rPr lang="it-IT"/>
            <a:t>Liquidity mining.</a:t>
          </a:r>
          <a:endParaRPr lang="en-US"/>
        </a:p>
      </dgm:t>
    </dgm:pt>
    <dgm:pt modelId="{51EAB010-8FF3-457E-BDB2-C7E9E06C4569}" type="parTrans" cxnId="{7D1F0023-A35D-4CE8-B2FF-D612574ED44A}">
      <dgm:prSet/>
      <dgm:spPr/>
      <dgm:t>
        <a:bodyPr/>
        <a:lstStyle/>
        <a:p>
          <a:endParaRPr lang="en-US"/>
        </a:p>
      </dgm:t>
    </dgm:pt>
    <dgm:pt modelId="{93004F44-B14E-4CF7-8BF2-758E91125399}" type="sibTrans" cxnId="{7D1F0023-A35D-4CE8-B2FF-D612574ED44A}">
      <dgm:prSet/>
      <dgm:spPr/>
      <dgm:t>
        <a:bodyPr/>
        <a:lstStyle/>
        <a:p>
          <a:endParaRPr lang="en-US"/>
        </a:p>
      </dgm:t>
    </dgm:pt>
    <dgm:pt modelId="{2170AB9E-FC4E-47A8-A170-51152FC71DF1}">
      <dgm:prSet/>
      <dgm:spPr/>
      <dgm:t>
        <a:bodyPr/>
        <a:lstStyle/>
        <a:p>
          <a:r>
            <a:rPr lang="it-IT"/>
            <a:t>Lending su LP tokens.</a:t>
          </a:r>
          <a:endParaRPr lang="en-US"/>
        </a:p>
      </dgm:t>
    </dgm:pt>
    <dgm:pt modelId="{9506EA10-5723-4C93-B078-C622A7521FB0}" type="parTrans" cxnId="{7B8CB196-18E4-488C-9F67-A74E5F603A09}">
      <dgm:prSet/>
      <dgm:spPr/>
      <dgm:t>
        <a:bodyPr/>
        <a:lstStyle/>
        <a:p>
          <a:endParaRPr lang="en-US"/>
        </a:p>
      </dgm:t>
    </dgm:pt>
    <dgm:pt modelId="{B21696E7-9F88-43C9-AF33-47E8450CFCCD}" type="sibTrans" cxnId="{7B8CB196-18E4-488C-9F67-A74E5F603A09}">
      <dgm:prSet/>
      <dgm:spPr/>
      <dgm:t>
        <a:bodyPr/>
        <a:lstStyle/>
        <a:p>
          <a:endParaRPr lang="en-US"/>
        </a:p>
      </dgm:t>
    </dgm:pt>
    <dgm:pt modelId="{C0C71223-3873-4668-BDFD-F3542C1F9F20}">
      <dgm:prSet/>
      <dgm:spPr/>
      <dgm:t>
        <a:bodyPr/>
        <a:lstStyle/>
        <a:p>
          <a:r>
            <a:rPr lang="it-IT"/>
            <a:t>Abbonamenti e servizi.</a:t>
          </a:r>
          <a:endParaRPr lang="en-US"/>
        </a:p>
      </dgm:t>
    </dgm:pt>
    <dgm:pt modelId="{B6B7DC93-1769-4D7C-8C8E-2DFC48C4B58F}" type="parTrans" cxnId="{9E438E0D-4508-4C99-9B97-6D8957C1A99B}">
      <dgm:prSet/>
      <dgm:spPr/>
      <dgm:t>
        <a:bodyPr/>
        <a:lstStyle/>
        <a:p>
          <a:endParaRPr lang="en-US"/>
        </a:p>
      </dgm:t>
    </dgm:pt>
    <dgm:pt modelId="{C94AFEC0-3969-45DC-B542-2989190677D4}" type="sibTrans" cxnId="{9E438E0D-4508-4C99-9B97-6D8957C1A99B}">
      <dgm:prSet/>
      <dgm:spPr/>
      <dgm:t>
        <a:bodyPr/>
        <a:lstStyle/>
        <a:p>
          <a:endParaRPr lang="en-US"/>
        </a:p>
      </dgm:t>
    </dgm:pt>
    <dgm:pt modelId="{108198CA-40DD-0E47-B82E-C01C28E05692}" type="pres">
      <dgm:prSet presAssocID="{25BCC0AA-D156-444D-9E3A-B26AF4F615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379353-BE66-154D-8AA4-32F957AA5249}" type="pres">
      <dgm:prSet presAssocID="{D503F79A-7CF1-4308-9399-231A4A863330}" presName="hierRoot1" presStyleCnt="0"/>
      <dgm:spPr/>
    </dgm:pt>
    <dgm:pt modelId="{C926A902-53B2-E94D-BFD6-89BE4794E91C}" type="pres">
      <dgm:prSet presAssocID="{D503F79A-7CF1-4308-9399-231A4A863330}" presName="composite" presStyleCnt="0"/>
      <dgm:spPr/>
    </dgm:pt>
    <dgm:pt modelId="{57673FFC-E028-E547-8F59-F0FF9B6E2138}" type="pres">
      <dgm:prSet presAssocID="{D503F79A-7CF1-4308-9399-231A4A863330}" presName="background" presStyleLbl="node0" presStyleIdx="0" presStyleCnt="4"/>
      <dgm:spPr/>
    </dgm:pt>
    <dgm:pt modelId="{C59D1983-1594-5144-90D6-C1C7D81C3081}" type="pres">
      <dgm:prSet presAssocID="{D503F79A-7CF1-4308-9399-231A4A863330}" presName="text" presStyleLbl="fgAcc0" presStyleIdx="0" presStyleCnt="4">
        <dgm:presLayoutVars>
          <dgm:chPref val="3"/>
        </dgm:presLayoutVars>
      </dgm:prSet>
      <dgm:spPr/>
    </dgm:pt>
    <dgm:pt modelId="{0C21D9A0-8786-954C-A835-3F12E8FB1E03}" type="pres">
      <dgm:prSet presAssocID="{D503F79A-7CF1-4308-9399-231A4A863330}" presName="hierChild2" presStyleCnt="0"/>
      <dgm:spPr/>
    </dgm:pt>
    <dgm:pt modelId="{08D8DF79-473B-6740-A8EF-364877D26EA1}" type="pres">
      <dgm:prSet presAssocID="{32E93849-262E-4995-A0B7-684394158412}" presName="hierRoot1" presStyleCnt="0"/>
      <dgm:spPr/>
    </dgm:pt>
    <dgm:pt modelId="{829BC9D8-CFF3-AE41-B3A4-8C8AE4902C14}" type="pres">
      <dgm:prSet presAssocID="{32E93849-262E-4995-A0B7-684394158412}" presName="composite" presStyleCnt="0"/>
      <dgm:spPr/>
    </dgm:pt>
    <dgm:pt modelId="{EC940599-FCC9-DD4B-A4C2-EC4D6FA51A95}" type="pres">
      <dgm:prSet presAssocID="{32E93849-262E-4995-A0B7-684394158412}" presName="background" presStyleLbl="node0" presStyleIdx="1" presStyleCnt="4"/>
      <dgm:spPr/>
    </dgm:pt>
    <dgm:pt modelId="{EDABBD7E-DCA9-BA47-B65E-C9E8B6805C29}" type="pres">
      <dgm:prSet presAssocID="{32E93849-262E-4995-A0B7-684394158412}" presName="text" presStyleLbl="fgAcc0" presStyleIdx="1" presStyleCnt="4">
        <dgm:presLayoutVars>
          <dgm:chPref val="3"/>
        </dgm:presLayoutVars>
      </dgm:prSet>
      <dgm:spPr/>
    </dgm:pt>
    <dgm:pt modelId="{FA64ACF1-E809-8841-A5F6-A84331CF8B56}" type="pres">
      <dgm:prSet presAssocID="{32E93849-262E-4995-A0B7-684394158412}" presName="hierChild2" presStyleCnt="0"/>
      <dgm:spPr/>
    </dgm:pt>
    <dgm:pt modelId="{B965B49F-C637-494F-B7B5-5AC0E9B28AB4}" type="pres">
      <dgm:prSet presAssocID="{2170AB9E-FC4E-47A8-A170-51152FC71DF1}" presName="hierRoot1" presStyleCnt="0"/>
      <dgm:spPr/>
    </dgm:pt>
    <dgm:pt modelId="{DABE0CE8-F452-5B4E-BED3-837E22D096A1}" type="pres">
      <dgm:prSet presAssocID="{2170AB9E-FC4E-47A8-A170-51152FC71DF1}" presName="composite" presStyleCnt="0"/>
      <dgm:spPr/>
    </dgm:pt>
    <dgm:pt modelId="{E6086564-7269-0348-BA47-7B6AAE8B3D5F}" type="pres">
      <dgm:prSet presAssocID="{2170AB9E-FC4E-47A8-A170-51152FC71DF1}" presName="background" presStyleLbl="node0" presStyleIdx="2" presStyleCnt="4"/>
      <dgm:spPr/>
    </dgm:pt>
    <dgm:pt modelId="{8A7ECBBF-9498-334C-AD80-404F24E0E8BA}" type="pres">
      <dgm:prSet presAssocID="{2170AB9E-FC4E-47A8-A170-51152FC71DF1}" presName="text" presStyleLbl="fgAcc0" presStyleIdx="2" presStyleCnt="4">
        <dgm:presLayoutVars>
          <dgm:chPref val="3"/>
        </dgm:presLayoutVars>
      </dgm:prSet>
      <dgm:spPr/>
    </dgm:pt>
    <dgm:pt modelId="{9D3296E2-1B67-BB47-ABE2-16E8AE51DEBF}" type="pres">
      <dgm:prSet presAssocID="{2170AB9E-FC4E-47A8-A170-51152FC71DF1}" presName="hierChild2" presStyleCnt="0"/>
      <dgm:spPr/>
    </dgm:pt>
    <dgm:pt modelId="{44CFE830-0D3F-AE49-9DB1-96946F00C588}" type="pres">
      <dgm:prSet presAssocID="{C0C71223-3873-4668-BDFD-F3542C1F9F20}" presName="hierRoot1" presStyleCnt="0"/>
      <dgm:spPr/>
    </dgm:pt>
    <dgm:pt modelId="{C9B247DA-7050-FB41-B2CA-E9EBEB6919B8}" type="pres">
      <dgm:prSet presAssocID="{C0C71223-3873-4668-BDFD-F3542C1F9F20}" presName="composite" presStyleCnt="0"/>
      <dgm:spPr/>
    </dgm:pt>
    <dgm:pt modelId="{50ACECDF-BDD0-E546-A37B-3224F013B285}" type="pres">
      <dgm:prSet presAssocID="{C0C71223-3873-4668-BDFD-F3542C1F9F20}" presName="background" presStyleLbl="node0" presStyleIdx="3" presStyleCnt="4"/>
      <dgm:spPr/>
    </dgm:pt>
    <dgm:pt modelId="{5000AB3B-0D87-2945-8637-C5E10AE0DAE2}" type="pres">
      <dgm:prSet presAssocID="{C0C71223-3873-4668-BDFD-F3542C1F9F20}" presName="text" presStyleLbl="fgAcc0" presStyleIdx="3" presStyleCnt="4">
        <dgm:presLayoutVars>
          <dgm:chPref val="3"/>
        </dgm:presLayoutVars>
      </dgm:prSet>
      <dgm:spPr/>
    </dgm:pt>
    <dgm:pt modelId="{223C3C7C-3D08-814D-B829-269EE0D75135}" type="pres">
      <dgm:prSet presAssocID="{C0C71223-3873-4668-BDFD-F3542C1F9F20}" presName="hierChild2" presStyleCnt="0"/>
      <dgm:spPr/>
    </dgm:pt>
  </dgm:ptLst>
  <dgm:cxnLst>
    <dgm:cxn modelId="{9E438E0D-4508-4C99-9B97-6D8957C1A99B}" srcId="{25BCC0AA-D156-444D-9E3A-B26AF4F615F7}" destId="{C0C71223-3873-4668-BDFD-F3542C1F9F20}" srcOrd="3" destOrd="0" parTransId="{B6B7DC93-1769-4D7C-8C8E-2DFC48C4B58F}" sibTransId="{C94AFEC0-3969-45DC-B542-2989190677D4}"/>
    <dgm:cxn modelId="{A1C24E13-2A56-41AF-BAA7-AAEA5677B227}" srcId="{25BCC0AA-D156-444D-9E3A-B26AF4F615F7}" destId="{D503F79A-7CF1-4308-9399-231A4A863330}" srcOrd="0" destOrd="0" parTransId="{A9FE528C-28F6-4F04-8554-2E0C35C051FE}" sibTransId="{2C00FAA0-7D1A-4361-9CAD-ABED7315CB67}"/>
    <dgm:cxn modelId="{23D19122-5629-494A-903B-92C6CCC045C2}" type="presOf" srcId="{25BCC0AA-D156-444D-9E3A-B26AF4F615F7}" destId="{108198CA-40DD-0E47-B82E-C01C28E05692}" srcOrd="0" destOrd="0" presId="urn:microsoft.com/office/officeart/2005/8/layout/hierarchy1"/>
    <dgm:cxn modelId="{7D1F0023-A35D-4CE8-B2FF-D612574ED44A}" srcId="{25BCC0AA-D156-444D-9E3A-B26AF4F615F7}" destId="{32E93849-262E-4995-A0B7-684394158412}" srcOrd="1" destOrd="0" parTransId="{51EAB010-8FF3-457E-BDB2-C7E9E06C4569}" sibTransId="{93004F44-B14E-4CF7-8BF2-758E91125399}"/>
    <dgm:cxn modelId="{82408736-92E1-BB44-86C5-5BD6EDB2D6D3}" type="presOf" srcId="{D503F79A-7CF1-4308-9399-231A4A863330}" destId="{C59D1983-1594-5144-90D6-C1C7D81C3081}" srcOrd="0" destOrd="0" presId="urn:microsoft.com/office/officeart/2005/8/layout/hierarchy1"/>
    <dgm:cxn modelId="{F489B35D-8965-C24E-97B1-2ACD2F5A5C1F}" type="presOf" srcId="{32E93849-262E-4995-A0B7-684394158412}" destId="{EDABBD7E-DCA9-BA47-B65E-C9E8B6805C29}" srcOrd="0" destOrd="0" presId="urn:microsoft.com/office/officeart/2005/8/layout/hierarchy1"/>
    <dgm:cxn modelId="{7B8CB196-18E4-488C-9F67-A74E5F603A09}" srcId="{25BCC0AA-D156-444D-9E3A-B26AF4F615F7}" destId="{2170AB9E-FC4E-47A8-A170-51152FC71DF1}" srcOrd="2" destOrd="0" parTransId="{9506EA10-5723-4C93-B078-C622A7521FB0}" sibTransId="{B21696E7-9F88-43C9-AF33-47E8450CFCCD}"/>
    <dgm:cxn modelId="{9BED19EB-CDA5-344D-9E92-A38709376C72}" type="presOf" srcId="{C0C71223-3873-4668-BDFD-F3542C1F9F20}" destId="{5000AB3B-0D87-2945-8637-C5E10AE0DAE2}" srcOrd="0" destOrd="0" presId="urn:microsoft.com/office/officeart/2005/8/layout/hierarchy1"/>
    <dgm:cxn modelId="{1B2F5AFE-7C41-D34B-8340-A2E2BBC490C8}" type="presOf" srcId="{2170AB9E-FC4E-47A8-A170-51152FC71DF1}" destId="{8A7ECBBF-9498-334C-AD80-404F24E0E8BA}" srcOrd="0" destOrd="0" presId="urn:microsoft.com/office/officeart/2005/8/layout/hierarchy1"/>
    <dgm:cxn modelId="{858104C1-FA66-E143-B0D9-E95F18F508F5}" type="presParOf" srcId="{108198CA-40DD-0E47-B82E-C01C28E05692}" destId="{0A379353-BE66-154D-8AA4-32F957AA5249}" srcOrd="0" destOrd="0" presId="urn:microsoft.com/office/officeart/2005/8/layout/hierarchy1"/>
    <dgm:cxn modelId="{FB92EFAF-1D58-E140-8FD6-E83827AC7703}" type="presParOf" srcId="{0A379353-BE66-154D-8AA4-32F957AA5249}" destId="{C926A902-53B2-E94D-BFD6-89BE4794E91C}" srcOrd="0" destOrd="0" presId="urn:microsoft.com/office/officeart/2005/8/layout/hierarchy1"/>
    <dgm:cxn modelId="{BDB1CFAE-CAA2-7B47-AF30-469C65EEE6ED}" type="presParOf" srcId="{C926A902-53B2-E94D-BFD6-89BE4794E91C}" destId="{57673FFC-E028-E547-8F59-F0FF9B6E2138}" srcOrd="0" destOrd="0" presId="urn:microsoft.com/office/officeart/2005/8/layout/hierarchy1"/>
    <dgm:cxn modelId="{E183C8C8-FF79-0245-A0D1-FFB821C51817}" type="presParOf" srcId="{C926A902-53B2-E94D-BFD6-89BE4794E91C}" destId="{C59D1983-1594-5144-90D6-C1C7D81C3081}" srcOrd="1" destOrd="0" presId="urn:microsoft.com/office/officeart/2005/8/layout/hierarchy1"/>
    <dgm:cxn modelId="{C4965304-D20F-B049-8CE1-3AF03F370670}" type="presParOf" srcId="{0A379353-BE66-154D-8AA4-32F957AA5249}" destId="{0C21D9A0-8786-954C-A835-3F12E8FB1E03}" srcOrd="1" destOrd="0" presId="urn:microsoft.com/office/officeart/2005/8/layout/hierarchy1"/>
    <dgm:cxn modelId="{B6241C06-7BC6-B643-AEAB-79B822EE0E77}" type="presParOf" srcId="{108198CA-40DD-0E47-B82E-C01C28E05692}" destId="{08D8DF79-473B-6740-A8EF-364877D26EA1}" srcOrd="1" destOrd="0" presId="urn:microsoft.com/office/officeart/2005/8/layout/hierarchy1"/>
    <dgm:cxn modelId="{F42E2927-A443-3A42-8CA4-757B7635BF51}" type="presParOf" srcId="{08D8DF79-473B-6740-A8EF-364877D26EA1}" destId="{829BC9D8-CFF3-AE41-B3A4-8C8AE4902C14}" srcOrd="0" destOrd="0" presId="urn:microsoft.com/office/officeart/2005/8/layout/hierarchy1"/>
    <dgm:cxn modelId="{50A89856-638C-C343-BE44-DDD52EC89C9D}" type="presParOf" srcId="{829BC9D8-CFF3-AE41-B3A4-8C8AE4902C14}" destId="{EC940599-FCC9-DD4B-A4C2-EC4D6FA51A95}" srcOrd="0" destOrd="0" presId="urn:microsoft.com/office/officeart/2005/8/layout/hierarchy1"/>
    <dgm:cxn modelId="{947AC03E-1D3D-F545-9A70-8355DF389B95}" type="presParOf" srcId="{829BC9D8-CFF3-AE41-B3A4-8C8AE4902C14}" destId="{EDABBD7E-DCA9-BA47-B65E-C9E8B6805C29}" srcOrd="1" destOrd="0" presId="urn:microsoft.com/office/officeart/2005/8/layout/hierarchy1"/>
    <dgm:cxn modelId="{0D10B3E6-2A31-5948-B9E9-CA9D247DE378}" type="presParOf" srcId="{08D8DF79-473B-6740-A8EF-364877D26EA1}" destId="{FA64ACF1-E809-8841-A5F6-A84331CF8B56}" srcOrd="1" destOrd="0" presId="urn:microsoft.com/office/officeart/2005/8/layout/hierarchy1"/>
    <dgm:cxn modelId="{B5A113F5-C532-1F44-A517-D88220BF1DAF}" type="presParOf" srcId="{108198CA-40DD-0E47-B82E-C01C28E05692}" destId="{B965B49F-C637-494F-B7B5-5AC0E9B28AB4}" srcOrd="2" destOrd="0" presId="urn:microsoft.com/office/officeart/2005/8/layout/hierarchy1"/>
    <dgm:cxn modelId="{E4EE2041-09D2-2747-872B-6210D3FA9814}" type="presParOf" srcId="{B965B49F-C637-494F-B7B5-5AC0E9B28AB4}" destId="{DABE0CE8-F452-5B4E-BED3-837E22D096A1}" srcOrd="0" destOrd="0" presId="urn:microsoft.com/office/officeart/2005/8/layout/hierarchy1"/>
    <dgm:cxn modelId="{507117B9-D56C-824C-A8D1-EED79D596D2D}" type="presParOf" srcId="{DABE0CE8-F452-5B4E-BED3-837E22D096A1}" destId="{E6086564-7269-0348-BA47-7B6AAE8B3D5F}" srcOrd="0" destOrd="0" presId="urn:microsoft.com/office/officeart/2005/8/layout/hierarchy1"/>
    <dgm:cxn modelId="{81BCF239-DAA0-224F-943D-6F8A317C6F89}" type="presParOf" srcId="{DABE0CE8-F452-5B4E-BED3-837E22D096A1}" destId="{8A7ECBBF-9498-334C-AD80-404F24E0E8BA}" srcOrd="1" destOrd="0" presId="urn:microsoft.com/office/officeart/2005/8/layout/hierarchy1"/>
    <dgm:cxn modelId="{663D6CDA-E4A6-2941-8773-46B27CED6689}" type="presParOf" srcId="{B965B49F-C637-494F-B7B5-5AC0E9B28AB4}" destId="{9D3296E2-1B67-BB47-ABE2-16E8AE51DEBF}" srcOrd="1" destOrd="0" presId="urn:microsoft.com/office/officeart/2005/8/layout/hierarchy1"/>
    <dgm:cxn modelId="{B69D3C6A-7FDF-CE49-B41D-994D6D69CE7B}" type="presParOf" srcId="{108198CA-40DD-0E47-B82E-C01C28E05692}" destId="{44CFE830-0D3F-AE49-9DB1-96946F00C588}" srcOrd="3" destOrd="0" presId="urn:microsoft.com/office/officeart/2005/8/layout/hierarchy1"/>
    <dgm:cxn modelId="{58C449C9-1863-4642-A56E-EB6EE0B72637}" type="presParOf" srcId="{44CFE830-0D3F-AE49-9DB1-96946F00C588}" destId="{C9B247DA-7050-FB41-B2CA-E9EBEB6919B8}" srcOrd="0" destOrd="0" presId="urn:microsoft.com/office/officeart/2005/8/layout/hierarchy1"/>
    <dgm:cxn modelId="{93D9C70B-5120-E145-91B0-000E1AA152A4}" type="presParOf" srcId="{C9B247DA-7050-FB41-B2CA-E9EBEB6919B8}" destId="{50ACECDF-BDD0-E546-A37B-3224F013B285}" srcOrd="0" destOrd="0" presId="urn:microsoft.com/office/officeart/2005/8/layout/hierarchy1"/>
    <dgm:cxn modelId="{762BFB6F-1A4D-8F4F-9410-7E4E3E7408E1}" type="presParOf" srcId="{C9B247DA-7050-FB41-B2CA-E9EBEB6919B8}" destId="{5000AB3B-0D87-2945-8637-C5E10AE0DAE2}" srcOrd="1" destOrd="0" presId="urn:microsoft.com/office/officeart/2005/8/layout/hierarchy1"/>
    <dgm:cxn modelId="{4179989D-966B-F742-A463-B70E45D6C3D3}" type="presParOf" srcId="{44CFE830-0D3F-AE49-9DB1-96946F00C588}" destId="{223C3C7C-3D08-814D-B829-269EE0D751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FDBEB0-45DD-4272-B753-54C99E34C3A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97E209-D39F-4CAE-98BA-9A9CD6FBC423}">
      <dgm:prSet/>
      <dgm:spPr/>
      <dgm:t>
        <a:bodyPr/>
        <a:lstStyle/>
        <a:p>
          <a:r>
            <a:rPr lang="it-IT" dirty="0"/>
            <a:t>Ottenuti </a:t>
          </a:r>
          <a:r>
            <a:rPr lang="it-IT" dirty="0" err="1"/>
            <a:t>TokenA</a:t>
          </a:r>
          <a:r>
            <a:rPr lang="it-IT" dirty="0"/>
            <a:t> e </a:t>
          </a:r>
          <a:r>
            <a:rPr lang="it-IT" dirty="0" err="1"/>
            <a:t>TokenB</a:t>
          </a:r>
          <a:r>
            <a:rPr lang="it-IT" dirty="0"/>
            <a:t>. </a:t>
          </a:r>
          <a:endParaRPr lang="en-US" dirty="0"/>
        </a:p>
      </dgm:t>
    </dgm:pt>
    <dgm:pt modelId="{84DE0243-4631-447F-A0B4-693C2307FBE1}" type="parTrans" cxnId="{27EE2A27-1941-4DE7-8B51-46B589EB83E0}">
      <dgm:prSet/>
      <dgm:spPr/>
      <dgm:t>
        <a:bodyPr/>
        <a:lstStyle/>
        <a:p>
          <a:endParaRPr lang="en-US"/>
        </a:p>
      </dgm:t>
    </dgm:pt>
    <dgm:pt modelId="{F87A161B-EA6A-49F7-AB26-36AECEC2F178}" type="sibTrans" cxnId="{27EE2A27-1941-4DE7-8B51-46B589EB83E0}">
      <dgm:prSet/>
      <dgm:spPr/>
      <dgm:t>
        <a:bodyPr/>
        <a:lstStyle/>
        <a:p>
          <a:endParaRPr lang="en-US"/>
        </a:p>
      </dgm:t>
    </dgm:pt>
    <dgm:pt modelId="{A5DC52CD-6CE8-4E2A-9F13-B882EE212D35}">
      <dgm:prSet/>
      <dgm:spPr/>
      <dgm:t>
        <a:bodyPr/>
        <a:lstStyle/>
        <a:p>
          <a:r>
            <a:rPr lang="it-IT"/>
            <a:t>Approvato l’AMM per i token.</a:t>
          </a:r>
          <a:endParaRPr lang="en-US"/>
        </a:p>
      </dgm:t>
    </dgm:pt>
    <dgm:pt modelId="{296FB38A-57A4-484C-A27C-9A3A46FFEB15}" type="parTrans" cxnId="{BCEC69D7-4F76-455C-9F8E-A9AFCD4C58E1}">
      <dgm:prSet/>
      <dgm:spPr/>
      <dgm:t>
        <a:bodyPr/>
        <a:lstStyle/>
        <a:p>
          <a:endParaRPr lang="en-US"/>
        </a:p>
      </dgm:t>
    </dgm:pt>
    <dgm:pt modelId="{8CA4C665-0A8C-4F62-82B3-0EA3223B8945}" type="sibTrans" cxnId="{BCEC69D7-4F76-455C-9F8E-A9AFCD4C58E1}">
      <dgm:prSet/>
      <dgm:spPr/>
      <dgm:t>
        <a:bodyPr/>
        <a:lstStyle/>
        <a:p>
          <a:endParaRPr lang="en-US"/>
        </a:p>
      </dgm:t>
    </dgm:pt>
    <dgm:pt modelId="{FED84D37-3C2C-4387-A706-AB0457017C74}">
      <dgm:prSet/>
      <dgm:spPr/>
      <dgm:t>
        <a:bodyPr/>
        <a:lstStyle/>
        <a:p>
          <a:r>
            <a:rPr lang="it-IT"/>
            <a:t>Mint delle quote.</a:t>
          </a:r>
          <a:endParaRPr lang="en-US"/>
        </a:p>
      </dgm:t>
    </dgm:pt>
    <dgm:pt modelId="{CC05185B-A753-4584-95DB-FFED4D155EDE}" type="parTrans" cxnId="{77AA17CF-0EBC-4E51-BF72-CAA6E73760DC}">
      <dgm:prSet/>
      <dgm:spPr/>
      <dgm:t>
        <a:bodyPr/>
        <a:lstStyle/>
        <a:p>
          <a:endParaRPr lang="en-US"/>
        </a:p>
      </dgm:t>
    </dgm:pt>
    <dgm:pt modelId="{D981F160-F8C0-42E3-B115-00FF2E624C5D}" type="sibTrans" cxnId="{77AA17CF-0EBC-4E51-BF72-CAA6E73760DC}">
      <dgm:prSet/>
      <dgm:spPr/>
      <dgm:t>
        <a:bodyPr/>
        <a:lstStyle/>
        <a:p>
          <a:endParaRPr lang="en-US"/>
        </a:p>
      </dgm:t>
    </dgm:pt>
    <dgm:pt modelId="{143E8671-2E00-4DC7-9633-D3182AF3343B}">
      <dgm:prSet/>
      <dgm:spPr/>
      <dgm:t>
        <a:bodyPr/>
        <a:lstStyle/>
        <a:p>
          <a:r>
            <a:rPr lang="it-IT"/>
            <a:t>Swap di TokenA con TokenB.</a:t>
          </a:r>
          <a:endParaRPr lang="en-US"/>
        </a:p>
      </dgm:t>
    </dgm:pt>
    <dgm:pt modelId="{33D67297-0BF3-4E32-AB75-F05819C42429}" type="parTrans" cxnId="{8A9F8CB1-86A3-4188-BA62-451FFD47469C}">
      <dgm:prSet/>
      <dgm:spPr/>
      <dgm:t>
        <a:bodyPr/>
        <a:lstStyle/>
        <a:p>
          <a:endParaRPr lang="en-US"/>
        </a:p>
      </dgm:t>
    </dgm:pt>
    <dgm:pt modelId="{3F275EBD-1142-4EC7-BA66-17123857F4ED}" type="sibTrans" cxnId="{8A9F8CB1-86A3-4188-BA62-451FFD47469C}">
      <dgm:prSet/>
      <dgm:spPr/>
      <dgm:t>
        <a:bodyPr/>
        <a:lstStyle/>
        <a:p>
          <a:endParaRPr lang="en-US"/>
        </a:p>
      </dgm:t>
    </dgm:pt>
    <dgm:pt modelId="{1F91B186-91BD-49B5-855E-F6E651D79370}">
      <dgm:prSet/>
      <dgm:spPr/>
      <dgm:t>
        <a:bodyPr/>
        <a:lstStyle/>
        <a:p>
          <a:r>
            <a:rPr lang="it-IT"/>
            <a:t>Burn delle quote.</a:t>
          </a:r>
          <a:endParaRPr lang="en-US"/>
        </a:p>
      </dgm:t>
    </dgm:pt>
    <dgm:pt modelId="{7BCF23C5-3592-43C7-B24B-3E0B6ED6F9EF}" type="parTrans" cxnId="{8AD4D1D5-D8D9-4111-9662-BE3E69DD7EE9}">
      <dgm:prSet/>
      <dgm:spPr/>
      <dgm:t>
        <a:bodyPr/>
        <a:lstStyle/>
        <a:p>
          <a:endParaRPr lang="en-US"/>
        </a:p>
      </dgm:t>
    </dgm:pt>
    <dgm:pt modelId="{272CD6CE-906C-4BF6-A4DC-07B44C736950}" type="sibTrans" cxnId="{8AD4D1D5-D8D9-4111-9662-BE3E69DD7EE9}">
      <dgm:prSet/>
      <dgm:spPr/>
      <dgm:t>
        <a:bodyPr/>
        <a:lstStyle/>
        <a:p>
          <a:endParaRPr lang="en-US"/>
        </a:p>
      </dgm:t>
    </dgm:pt>
    <dgm:pt modelId="{28A188B5-AC05-4D99-8C3C-8B2DE777093A}">
      <dgm:prSet/>
      <dgm:spPr/>
      <dgm:t>
        <a:bodyPr/>
        <a:lstStyle/>
        <a:p>
          <a:r>
            <a:rPr lang="it-IT"/>
            <a:t>Confronto con formule e guadagni teorici.</a:t>
          </a:r>
          <a:endParaRPr lang="en-US"/>
        </a:p>
      </dgm:t>
    </dgm:pt>
    <dgm:pt modelId="{8392BE32-C18E-4385-866A-9D0E7D54F904}" type="parTrans" cxnId="{64A64E4D-7079-4C72-B7E7-680796B6E975}">
      <dgm:prSet/>
      <dgm:spPr/>
      <dgm:t>
        <a:bodyPr/>
        <a:lstStyle/>
        <a:p>
          <a:endParaRPr lang="en-US"/>
        </a:p>
      </dgm:t>
    </dgm:pt>
    <dgm:pt modelId="{621DAF0A-3032-43E6-817A-4AE1CC25BEFB}" type="sibTrans" cxnId="{64A64E4D-7079-4C72-B7E7-680796B6E975}">
      <dgm:prSet/>
      <dgm:spPr/>
      <dgm:t>
        <a:bodyPr/>
        <a:lstStyle/>
        <a:p>
          <a:endParaRPr lang="en-US"/>
        </a:p>
      </dgm:t>
    </dgm:pt>
    <dgm:pt modelId="{BCDC000F-3B24-D24F-9DD4-6FA669A6B585}" type="pres">
      <dgm:prSet presAssocID="{35FDBEB0-45DD-4272-B753-54C99E34C3A2}" presName="Name0" presStyleCnt="0">
        <dgm:presLayoutVars>
          <dgm:dir/>
          <dgm:resizeHandles val="exact"/>
        </dgm:presLayoutVars>
      </dgm:prSet>
      <dgm:spPr/>
    </dgm:pt>
    <dgm:pt modelId="{BAFE469B-478A-CF4F-B947-88DE2880E14C}" type="pres">
      <dgm:prSet presAssocID="{4F97E209-D39F-4CAE-98BA-9A9CD6FBC423}" presName="node" presStyleLbl="node1" presStyleIdx="0" presStyleCnt="6">
        <dgm:presLayoutVars>
          <dgm:bulletEnabled val="1"/>
        </dgm:presLayoutVars>
      </dgm:prSet>
      <dgm:spPr/>
    </dgm:pt>
    <dgm:pt modelId="{2EDB27AB-3BA6-9147-9A71-B86F6383B3F2}" type="pres">
      <dgm:prSet presAssocID="{F87A161B-EA6A-49F7-AB26-36AECEC2F178}" presName="sibTrans" presStyleLbl="sibTrans1D1" presStyleIdx="0" presStyleCnt="5"/>
      <dgm:spPr/>
    </dgm:pt>
    <dgm:pt modelId="{98E4AB3D-8D54-BE46-A018-FD36FA4E737E}" type="pres">
      <dgm:prSet presAssocID="{F87A161B-EA6A-49F7-AB26-36AECEC2F178}" presName="connectorText" presStyleLbl="sibTrans1D1" presStyleIdx="0" presStyleCnt="5"/>
      <dgm:spPr/>
    </dgm:pt>
    <dgm:pt modelId="{2911CD39-6149-A443-B169-410B4FDB5CB3}" type="pres">
      <dgm:prSet presAssocID="{A5DC52CD-6CE8-4E2A-9F13-B882EE212D35}" presName="node" presStyleLbl="node1" presStyleIdx="1" presStyleCnt="6">
        <dgm:presLayoutVars>
          <dgm:bulletEnabled val="1"/>
        </dgm:presLayoutVars>
      </dgm:prSet>
      <dgm:spPr/>
    </dgm:pt>
    <dgm:pt modelId="{D5A188AF-4EE2-6B4B-8631-390BF062255D}" type="pres">
      <dgm:prSet presAssocID="{8CA4C665-0A8C-4F62-82B3-0EA3223B8945}" presName="sibTrans" presStyleLbl="sibTrans1D1" presStyleIdx="1" presStyleCnt="5"/>
      <dgm:spPr/>
    </dgm:pt>
    <dgm:pt modelId="{56F50DCA-9E16-3342-A2A5-92055E32ED92}" type="pres">
      <dgm:prSet presAssocID="{8CA4C665-0A8C-4F62-82B3-0EA3223B8945}" presName="connectorText" presStyleLbl="sibTrans1D1" presStyleIdx="1" presStyleCnt="5"/>
      <dgm:spPr/>
    </dgm:pt>
    <dgm:pt modelId="{4837F809-4826-B64F-B336-F6744E2A937A}" type="pres">
      <dgm:prSet presAssocID="{FED84D37-3C2C-4387-A706-AB0457017C74}" presName="node" presStyleLbl="node1" presStyleIdx="2" presStyleCnt="6">
        <dgm:presLayoutVars>
          <dgm:bulletEnabled val="1"/>
        </dgm:presLayoutVars>
      </dgm:prSet>
      <dgm:spPr/>
    </dgm:pt>
    <dgm:pt modelId="{3487374E-FE16-2043-9078-8A2CE5E3FC8E}" type="pres">
      <dgm:prSet presAssocID="{D981F160-F8C0-42E3-B115-00FF2E624C5D}" presName="sibTrans" presStyleLbl="sibTrans1D1" presStyleIdx="2" presStyleCnt="5"/>
      <dgm:spPr/>
    </dgm:pt>
    <dgm:pt modelId="{1AFEDCC3-DCF9-F847-8750-8DD0036DBEE0}" type="pres">
      <dgm:prSet presAssocID="{D981F160-F8C0-42E3-B115-00FF2E624C5D}" presName="connectorText" presStyleLbl="sibTrans1D1" presStyleIdx="2" presStyleCnt="5"/>
      <dgm:spPr/>
    </dgm:pt>
    <dgm:pt modelId="{509700CB-8AF0-7745-A627-630199BC25EE}" type="pres">
      <dgm:prSet presAssocID="{143E8671-2E00-4DC7-9633-D3182AF3343B}" presName="node" presStyleLbl="node1" presStyleIdx="3" presStyleCnt="6">
        <dgm:presLayoutVars>
          <dgm:bulletEnabled val="1"/>
        </dgm:presLayoutVars>
      </dgm:prSet>
      <dgm:spPr/>
    </dgm:pt>
    <dgm:pt modelId="{198EC9A1-4D4C-BF45-A8DE-F5C0CC7F3300}" type="pres">
      <dgm:prSet presAssocID="{3F275EBD-1142-4EC7-BA66-17123857F4ED}" presName="sibTrans" presStyleLbl="sibTrans1D1" presStyleIdx="3" presStyleCnt="5"/>
      <dgm:spPr/>
    </dgm:pt>
    <dgm:pt modelId="{F2869A12-D41F-254B-8679-496012F970E1}" type="pres">
      <dgm:prSet presAssocID="{3F275EBD-1142-4EC7-BA66-17123857F4ED}" presName="connectorText" presStyleLbl="sibTrans1D1" presStyleIdx="3" presStyleCnt="5"/>
      <dgm:spPr/>
    </dgm:pt>
    <dgm:pt modelId="{CB04754D-179C-A943-A446-DC665C7938CA}" type="pres">
      <dgm:prSet presAssocID="{1F91B186-91BD-49B5-855E-F6E651D79370}" presName="node" presStyleLbl="node1" presStyleIdx="4" presStyleCnt="6">
        <dgm:presLayoutVars>
          <dgm:bulletEnabled val="1"/>
        </dgm:presLayoutVars>
      </dgm:prSet>
      <dgm:spPr/>
    </dgm:pt>
    <dgm:pt modelId="{05A200AE-6804-6343-BA94-63644E03967D}" type="pres">
      <dgm:prSet presAssocID="{272CD6CE-906C-4BF6-A4DC-07B44C736950}" presName="sibTrans" presStyleLbl="sibTrans1D1" presStyleIdx="4" presStyleCnt="5"/>
      <dgm:spPr/>
    </dgm:pt>
    <dgm:pt modelId="{528E7C9D-426B-864B-9D9A-E87280BD05E0}" type="pres">
      <dgm:prSet presAssocID="{272CD6CE-906C-4BF6-A4DC-07B44C736950}" presName="connectorText" presStyleLbl="sibTrans1D1" presStyleIdx="4" presStyleCnt="5"/>
      <dgm:spPr/>
    </dgm:pt>
    <dgm:pt modelId="{48424F0B-3A08-DE49-ABBA-1A29A43C1B01}" type="pres">
      <dgm:prSet presAssocID="{28A188B5-AC05-4D99-8C3C-8B2DE777093A}" presName="node" presStyleLbl="node1" presStyleIdx="5" presStyleCnt="6">
        <dgm:presLayoutVars>
          <dgm:bulletEnabled val="1"/>
        </dgm:presLayoutVars>
      </dgm:prSet>
      <dgm:spPr/>
    </dgm:pt>
  </dgm:ptLst>
  <dgm:cxnLst>
    <dgm:cxn modelId="{27EE2A27-1941-4DE7-8B51-46B589EB83E0}" srcId="{35FDBEB0-45DD-4272-B753-54C99E34C3A2}" destId="{4F97E209-D39F-4CAE-98BA-9A9CD6FBC423}" srcOrd="0" destOrd="0" parTransId="{84DE0243-4631-447F-A0B4-693C2307FBE1}" sibTransId="{F87A161B-EA6A-49F7-AB26-36AECEC2F178}"/>
    <dgm:cxn modelId="{9210912C-425C-A24B-BD26-2F55D5248152}" type="presOf" srcId="{272CD6CE-906C-4BF6-A4DC-07B44C736950}" destId="{05A200AE-6804-6343-BA94-63644E03967D}" srcOrd="0" destOrd="0" presId="urn:microsoft.com/office/officeart/2016/7/layout/RepeatingBendingProcessNew"/>
    <dgm:cxn modelId="{D0635A40-9AD1-674B-BA34-2929FCC241C4}" type="presOf" srcId="{4F97E209-D39F-4CAE-98BA-9A9CD6FBC423}" destId="{BAFE469B-478A-CF4F-B947-88DE2880E14C}" srcOrd="0" destOrd="0" presId="urn:microsoft.com/office/officeart/2016/7/layout/RepeatingBendingProcessNew"/>
    <dgm:cxn modelId="{64A64E4D-7079-4C72-B7E7-680796B6E975}" srcId="{35FDBEB0-45DD-4272-B753-54C99E34C3A2}" destId="{28A188B5-AC05-4D99-8C3C-8B2DE777093A}" srcOrd="5" destOrd="0" parTransId="{8392BE32-C18E-4385-866A-9D0E7D54F904}" sibTransId="{621DAF0A-3032-43E6-817A-4AE1CC25BEFB}"/>
    <dgm:cxn modelId="{4991FE61-A728-AF4E-BA1E-9C64788DA448}" type="presOf" srcId="{FED84D37-3C2C-4387-A706-AB0457017C74}" destId="{4837F809-4826-B64F-B336-F6744E2A937A}" srcOrd="0" destOrd="0" presId="urn:microsoft.com/office/officeart/2016/7/layout/RepeatingBendingProcessNew"/>
    <dgm:cxn modelId="{A136127A-AFC3-3B4E-BCBE-77FF622D301B}" type="presOf" srcId="{D981F160-F8C0-42E3-B115-00FF2E624C5D}" destId="{3487374E-FE16-2043-9078-8A2CE5E3FC8E}" srcOrd="0" destOrd="0" presId="urn:microsoft.com/office/officeart/2016/7/layout/RepeatingBendingProcessNew"/>
    <dgm:cxn modelId="{CE706386-A8A8-644B-A829-AE1FF2A662A7}" type="presOf" srcId="{3F275EBD-1142-4EC7-BA66-17123857F4ED}" destId="{F2869A12-D41F-254B-8679-496012F970E1}" srcOrd="1" destOrd="0" presId="urn:microsoft.com/office/officeart/2016/7/layout/RepeatingBendingProcessNew"/>
    <dgm:cxn modelId="{413C398F-5445-BC46-AECB-38732F3FA432}" type="presOf" srcId="{143E8671-2E00-4DC7-9633-D3182AF3343B}" destId="{509700CB-8AF0-7745-A627-630199BC25EE}" srcOrd="0" destOrd="0" presId="urn:microsoft.com/office/officeart/2016/7/layout/RepeatingBendingProcessNew"/>
    <dgm:cxn modelId="{91670693-54D8-3647-BACB-7EFA8E36600B}" type="presOf" srcId="{A5DC52CD-6CE8-4E2A-9F13-B882EE212D35}" destId="{2911CD39-6149-A443-B169-410B4FDB5CB3}" srcOrd="0" destOrd="0" presId="urn:microsoft.com/office/officeart/2016/7/layout/RepeatingBendingProcessNew"/>
    <dgm:cxn modelId="{E3E2E69C-D076-514A-AC46-42EE0C919912}" type="presOf" srcId="{3F275EBD-1142-4EC7-BA66-17123857F4ED}" destId="{198EC9A1-4D4C-BF45-A8DE-F5C0CC7F3300}" srcOrd="0" destOrd="0" presId="urn:microsoft.com/office/officeart/2016/7/layout/RepeatingBendingProcessNew"/>
    <dgm:cxn modelId="{1937C3A3-E4D3-4E40-95ED-B1728CB57343}" type="presOf" srcId="{F87A161B-EA6A-49F7-AB26-36AECEC2F178}" destId="{98E4AB3D-8D54-BE46-A018-FD36FA4E737E}" srcOrd="1" destOrd="0" presId="urn:microsoft.com/office/officeart/2016/7/layout/RepeatingBendingProcessNew"/>
    <dgm:cxn modelId="{10BDBCA7-A6A1-444C-8320-DCD7649DD82B}" type="presOf" srcId="{F87A161B-EA6A-49F7-AB26-36AECEC2F178}" destId="{2EDB27AB-3BA6-9147-9A71-B86F6383B3F2}" srcOrd="0" destOrd="0" presId="urn:microsoft.com/office/officeart/2016/7/layout/RepeatingBendingProcessNew"/>
    <dgm:cxn modelId="{F5C669AF-1757-F64F-84D6-8E7D13A4EFFB}" type="presOf" srcId="{272CD6CE-906C-4BF6-A4DC-07B44C736950}" destId="{528E7C9D-426B-864B-9D9A-E87280BD05E0}" srcOrd="1" destOrd="0" presId="urn:microsoft.com/office/officeart/2016/7/layout/RepeatingBendingProcessNew"/>
    <dgm:cxn modelId="{8A9F8CB1-86A3-4188-BA62-451FFD47469C}" srcId="{35FDBEB0-45DD-4272-B753-54C99E34C3A2}" destId="{143E8671-2E00-4DC7-9633-D3182AF3343B}" srcOrd="3" destOrd="0" parTransId="{33D67297-0BF3-4E32-AB75-F05819C42429}" sibTransId="{3F275EBD-1142-4EC7-BA66-17123857F4ED}"/>
    <dgm:cxn modelId="{27707AB2-3D9C-BA43-8CE5-AE1E4CC1B86F}" type="presOf" srcId="{35FDBEB0-45DD-4272-B753-54C99E34C3A2}" destId="{BCDC000F-3B24-D24F-9DD4-6FA669A6B585}" srcOrd="0" destOrd="0" presId="urn:microsoft.com/office/officeart/2016/7/layout/RepeatingBendingProcessNew"/>
    <dgm:cxn modelId="{F243C0CC-9069-1748-96D4-CE8E308CF68F}" type="presOf" srcId="{28A188B5-AC05-4D99-8C3C-8B2DE777093A}" destId="{48424F0B-3A08-DE49-ABBA-1A29A43C1B01}" srcOrd="0" destOrd="0" presId="urn:microsoft.com/office/officeart/2016/7/layout/RepeatingBendingProcessNew"/>
    <dgm:cxn modelId="{77AA17CF-0EBC-4E51-BF72-CAA6E73760DC}" srcId="{35FDBEB0-45DD-4272-B753-54C99E34C3A2}" destId="{FED84D37-3C2C-4387-A706-AB0457017C74}" srcOrd="2" destOrd="0" parTransId="{CC05185B-A753-4584-95DB-FFED4D155EDE}" sibTransId="{D981F160-F8C0-42E3-B115-00FF2E624C5D}"/>
    <dgm:cxn modelId="{C12FC2D2-4A8C-204F-8F54-7EFDF14CC906}" type="presOf" srcId="{D981F160-F8C0-42E3-B115-00FF2E624C5D}" destId="{1AFEDCC3-DCF9-F847-8750-8DD0036DBEE0}" srcOrd="1" destOrd="0" presId="urn:microsoft.com/office/officeart/2016/7/layout/RepeatingBendingProcessNew"/>
    <dgm:cxn modelId="{E3E559D5-0D95-7945-A705-5392DC225730}" type="presOf" srcId="{8CA4C665-0A8C-4F62-82B3-0EA3223B8945}" destId="{56F50DCA-9E16-3342-A2A5-92055E32ED92}" srcOrd="1" destOrd="0" presId="urn:microsoft.com/office/officeart/2016/7/layout/RepeatingBendingProcessNew"/>
    <dgm:cxn modelId="{8AD4D1D5-D8D9-4111-9662-BE3E69DD7EE9}" srcId="{35FDBEB0-45DD-4272-B753-54C99E34C3A2}" destId="{1F91B186-91BD-49B5-855E-F6E651D79370}" srcOrd="4" destOrd="0" parTransId="{7BCF23C5-3592-43C7-B24B-3E0B6ED6F9EF}" sibTransId="{272CD6CE-906C-4BF6-A4DC-07B44C736950}"/>
    <dgm:cxn modelId="{BCEC69D7-4F76-455C-9F8E-A9AFCD4C58E1}" srcId="{35FDBEB0-45DD-4272-B753-54C99E34C3A2}" destId="{A5DC52CD-6CE8-4E2A-9F13-B882EE212D35}" srcOrd="1" destOrd="0" parTransId="{296FB38A-57A4-484C-A27C-9A3A46FFEB15}" sibTransId="{8CA4C665-0A8C-4F62-82B3-0EA3223B8945}"/>
    <dgm:cxn modelId="{76E227DA-7BA8-AA44-8035-7357E4F41E22}" type="presOf" srcId="{1F91B186-91BD-49B5-855E-F6E651D79370}" destId="{CB04754D-179C-A943-A446-DC665C7938CA}" srcOrd="0" destOrd="0" presId="urn:microsoft.com/office/officeart/2016/7/layout/RepeatingBendingProcessNew"/>
    <dgm:cxn modelId="{C998EDFC-E816-3740-8D08-BCA95FD2F0A6}" type="presOf" srcId="{8CA4C665-0A8C-4F62-82B3-0EA3223B8945}" destId="{D5A188AF-4EE2-6B4B-8631-390BF062255D}" srcOrd="0" destOrd="0" presId="urn:microsoft.com/office/officeart/2016/7/layout/RepeatingBendingProcessNew"/>
    <dgm:cxn modelId="{3C4BC9EC-8342-474E-8C2E-FAD40D54B1B4}" type="presParOf" srcId="{BCDC000F-3B24-D24F-9DD4-6FA669A6B585}" destId="{BAFE469B-478A-CF4F-B947-88DE2880E14C}" srcOrd="0" destOrd="0" presId="urn:microsoft.com/office/officeart/2016/7/layout/RepeatingBendingProcessNew"/>
    <dgm:cxn modelId="{5E17E0C0-5276-DE45-BA7F-725FBFC8CC48}" type="presParOf" srcId="{BCDC000F-3B24-D24F-9DD4-6FA669A6B585}" destId="{2EDB27AB-3BA6-9147-9A71-B86F6383B3F2}" srcOrd="1" destOrd="0" presId="urn:microsoft.com/office/officeart/2016/7/layout/RepeatingBendingProcessNew"/>
    <dgm:cxn modelId="{7B31C1FD-CB8C-7D48-B7A0-6F39A859BBAB}" type="presParOf" srcId="{2EDB27AB-3BA6-9147-9A71-B86F6383B3F2}" destId="{98E4AB3D-8D54-BE46-A018-FD36FA4E737E}" srcOrd="0" destOrd="0" presId="urn:microsoft.com/office/officeart/2016/7/layout/RepeatingBendingProcessNew"/>
    <dgm:cxn modelId="{81360BA1-70CB-1843-ACC1-97C83D55096B}" type="presParOf" srcId="{BCDC000F-3B24-D24F-9DD4-6FA669A6B585}" destId="{2911CD39-6149-A443-B169-410B4FDB5CB3}" srcOrd="2" destOrd="0" presId="urn:microsoft.com/office/officeart/2016/7/layout/RepeatingBendingProcessNew"/>
    <dgm:cxn modelId="{558D6687-3834-164C-AC31-10E06B1F41FD}" type="presParOf" srcId="{BCDC000F-3B24-D24F-9DD4-6FA669A6B585}" destId="{D5A188AF-4EE2-6B4B-8631-390BF062255D}" srcOrd="3" destOrd="0" presId="urn:microsoft.com/office/officeart/2016/7/layout/RepeatingBendingProcessNew"/>
    <dgm:cxn modelId="{B1CF99C8-1E7C-6C4A-A72A-DEE75BB4800D}" type="presParOf" srcId="{D5A188AF-4EE2-6B4B-8631-390BF062255D}" destId="{56F50DCA-9E16-3342-A2A5-92055E32ED92}" srcOrd="0" destOrd="0" presId="urn:microsoft.com/office/officeart/2016/7/layout/RepeatingBendingProcessNew"/>
    <dgm:cxn modelId="{99D9E7E3-430E-2C4D-B959-C683DF3F228B}" type="presParOf" srcId="{BCDC000F-3B24-D24F-9DD4-6FA669A6B585}" destId="{4837F809-4826-B64F-B336-F6744E2A937A}" srcOrd="4" destOrd="0" presId="urn:microsoft.com/office/officeart/2016/7/layout/RepeatingBendingProcessNew"/>
    <dgm:cxn modelId="{56FF44D0-8F9B-6240-9783-3C959FCD2423}" type="presParOf" srcId="{BCDC000F-3B24-D24F-9DD4-6FA669A6B585}" destId="{3487374E-FE16-2043-9078-8A2CE5E3FC8E}" srcOrd="5" destOrd="0" presId="urn:microsoft.com/office/officeart/2016/7/layout/RepeatingBendingProcessNew"/>
    <dgm:cxn modelId="{E33CEE3E-CDBF-B54F-817B-A0E260E08EBC}" type="presParOf" srcId="{3487374E-FE16-2043-9078-8A2CE5E3FC8E}" destId="{1AFEDCC3-DCF9-F847-8750-8DD0036DBEE0}" srcOrd="0" destOrd="0" presId="urn:microsoft.com/office/officeart/2016/7/layout/RepeatingBendingProcessNew"/>
    <dgm:cxn modelId="{0C6A27A4-B187-1849-BE89-F243E5E95279}" type="presParOf" srcId="{BCDC000F-3B24-D24F-9DD4-6FA669A6B585}" destId="{509700CB-8AF0-7745-A627-630199BC25EE}" srcOrd="6" destOrd="0" presId="urn:microsoft.com/office/officeart/2016/7/layout/RepeatingBendingProcessNew"/>
    <dgm:cxn modelId="{23167A48-AEF9-CF4C-86D8-00BB3BE86AC9}" type="presParOf" srcId="{BCDC000F-3B24-D24F-9DD4-6FA669A6B585}" destId="{198EC9A1-4D4C-BF45-A8DE-F5C0CC7F3300}" srcOrd="7" destOrd="0" presId="urn:microsoft.com/office/officeart/2016/7/layout/RepeatingBendingProcessNew"/>
    <dgm:cxn modelId="{BDF33638-3EEC-AE42-996A-A7140B18CCF6}" type="presParOf" srcId="{198EC9A1-4D4C-BF45-A8DE-F5C0CC7F3300}" destId="{F2869A12-D41F-254B-8679-496012F970E1}" srcOrd="0" destOrd="0" presId="urn:microsoft.com/office/officeart/2016/7/layout/RepeatingBendingProcessNew"/>
    <dgm:cxn modelId="{7AF36DFD-821B-BF47-B4BB-7E7F8DA12DFB}" type="presParOf" srcId="{BCDC000F-3B24-D24F-9DD4-6FA669A6B585}" destId="{CB04754D-179C-A943-A446-DC665C7938CA}" srcOrd="8" destOrd="0" presId="urn:microsoft.com/office/officeart/2016/7/layout/RepeatingBendingProcessNew"/>
    <dgm:cxn modelId="{B8C3A826-DFAE-4A49-B076-88CD00B09737}" type="presParOf" srcId="{BCDC000F-3B24-D24F-9DD4-6FA669A6B585}" destId="{05A200AE-6804-6343-BA94-63644E03967D}" srcOrd="9" destOrd="0" presId="urn:microsoft.com/office/officeart/2016/7/layout/RepeatingBendingProcessNew"/>
    <dgm:cxn modelId="{AF6C2186-5C78-8A4F-A53E-F127E5DA94EE}" type="presParOf" srcId="{05A200AE-6804-6343-BA94-63644E03967D}" destId="{528E7C9D-426B-864B-9D9A-E87280BD05E0}" srcOrd="0" destOrd="0" presId="urn:microsoft.com/office/officeart/2016/7/layout/RepeatingBendingProcessNew"/>
    <dgm:cxn modelId="{4CFC3459-23C4-2441-8A06-10079031305B}" type="presParOf" srcId="{BCDC000F-3B24-D24F-9DD4-6FA669A6B585}" destId="{48424F0B-3A08-DE49-ABBA-1A29A43C1B0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2EC4F0-940C-4D23-8DB8-0F066D51099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206919A-D814-46F3-8148-F4807659AA9C}">
      <dgm:prSet/>
      <dgm:spPr/>
      <dgm:t>
        <a:bodyPr/>
        <a:lstStyle/>
        <a:p>
          <a:r>
            <a:rPr lang="it-IT"/>
            <a:t>I numeri molto piccoli vengono troncati.</a:t>
          </a:r>
          <a:endParaRPr lang="en-US"/>
        </a:p>
      </dgm:t>
    </dgm:pt>
    <dgm:pt modelId="{3162BFED-956B-4213-8656-40F9AA9A2345}" type="parTrans" cxnId="{D8694F41-6E15-4D75-8412-AE01C3D6D910}">
      <dgm:prSet/>
      <dgm:spPr/>
      <dgm:t>
        <a:bodyPr/>
        <a:lstStyle/>
        <a:p>
          <a:endParaRPr lang="en-US"/>
        </a:p>
      </dgm:t>
    </dgm:pt>
    <dgm:pt modelId="{EEF7A72F-A55D-4FCA-B694-AAC49534162C}" type="sibTrans" cxnId="{D8694F41-6E15-4D75-8412-AE01C3D6D910}">
      <dgm:prSet/>
      <dgm:spPr/>
      <dgm:t>
        <a:bodyPr/>
        <a:lstStyle/>
        <a:p>
          <a:endParaRPr lang="en-US"/>
        </a:p>
      </dgm:t>
    </dgm:pt>
    <dgm:pt modelId="{85E2C6BE-02CD-4435-9558-611832720EE6}">
      <dgm:prSet/>
      <dgm:spPr/>
      <dgm:t>
        <a:bodyPr/>
        <a:lstStyle/>
        <a:p>
          <a:r>
            <a:rPr lang="it-IT"/>
            <a:t>Bisogna tenere a mente che gli input sono in formato decimale a 18.</a:t>
          </a:r>
          <a:endParaRPr lang="en-US"/>
        </a:p>
      </dgm:t>
    </dgm:pt>
    <dgm:pt modelId="{AE4D21DF-1EE8-40B9-9B66-1E6CAEA33249}" type="parTrans" cxnId="{B456A231-9C32-4483-97DA-22945DCB4453}">
      <dgm:prSet/>
      <dgm:spPr/>
      <dgm:t>
        <a:bodyPr/>
        <a:lstStyle/>
        <a:p>
          <a:endParaRPr lang="en-US"/>
        </a:p>
      </dgm:t>
    </dgm:pt>
    <dgm:pt modelId="{E7A5EC38-1AE3-4597-91E9-1FBE310FADA7}" type="sibTrans" cxnId="{B456A231-9C32-4483-97DA-22945DCB4453}">
      <dgm:prSet/>
      <dgm:spPr/>
      <dgm:t>
        <a:bodyPr/>
        <a:lstStyle/>
        <a:p>
          <a:endParaRPr lang="en-US"/>
        </a:p>
      </dgm:t>
    </dgm:pt>
    <dgm:pt modelId="{EC2D118F-AD6E-4E6A-BB6A-0D9B10196DE2}">
      <dgm:prSet/>
      <dgm:spPr/>
      <dgm:t>
        <a:bodyPr/>
        <a:lstStyle/>
        <a:p>
          <a:r>
            <a:rPr lang="it-IT"/>
            <a:t>1 token si scrive 1000000000000000000 .</a:t>
          </a:r>
          <a:endParaRPr lang="en-US"/>
        </a:p>
      </dgm:t>
    </dgm:pt>
    <dgm:pt modelId="{4640F31A-B2CD-41D7-BBE0-A31DBFBDA26A}" type="parTrans" cxnId="{1CD5BA22-0504-40AC-8D6C-8CA86BE06BB5}">
      <dgm:prSet/>
      <dgm:spPr/>
      <dgm:t>
        <a:bodyPr/>
        <a:lstStyle/>
        <a:p>
          <a:endParaRPr lang="en-US"/>
        </a:p>
      </dgm:t>
    </dgm:pt>
    <dgm:pt modelId="{665E44F0-F0DC-462D-BC2E-367725907763}" type="sibTrans" cxnId="{1CD5BA22-0504-40AC-8D6C-8CA86BE06BB5}">
      <dgm:prSet/>
      <dgm:spPr/>
      <dgm:t>
        <a:bodyPr/>
        <a:lstStyle/>
        <a:p>
          <a:endParaRPr lang="en-US"/>
        </a:p>
      </dgm:t>
    </dgm:pt>
    <dgm:pt modelId="{47A62A5E-D73C-7445-B252-216F8AD85F65}" type="pres">
      <dgm:prSet presAssocID="{692EC4F0-940C-4D23-8DB8-0F066D510990}" presName="outerComposite" presStyleCnt="0">
        <dgm:presLayoutVars>
          <dgm:chMax val="5"/>
          <dgm:dir/>
          <dgm:resizeHandles val="exact"/>
        </dgm:presLayoutVars>
      </dgm:prSet>
      <dgm:spPr/>
    </dgm:pt>
    <dgm:pt modelId="{F347D28D-CF74-6A40-B57A-BDA1DCC9D1E2}" type="pres">
      <dgm:prSet presAssocID="{692EC4F0-940C-4D23-8DB8-0F066D510990}" presName="dummyMaxCanvas" presStyleCnt="0">
        <dgm:presLayoutVars/>
      </dgm:prSet>
      <dgm:spPr/>
    </dgm:pt>
    <dgm:pt modelId="{35DC3B5D-F35E-3D42-8EA7-C063DA66851F}" type="pres">
      <dgm:prSet presAssocID="{692EC4F0-940C-4D23-8DB8-0F066D510990}" presName="ThreeNodes_1" presStyleLbl="node1" presStyleIdx="0" presStyleCnt="3">
        <dgm:presLayoutVars>
          <dgm:bulletEnabled val="1"/>
        </dgm:presLayoutVars>
      </dgm:prSet>
      <dgm:spPr/>
    </dgm:pt>
    <dgm:pt modelId="{B46EF5C7-2FA4-654F-AC49-019E6DD8A89B}" type="pres">
      <dgm:prSet presAssocID="{692EC4F0-940C-4D23-8DB8-0F066D510990}" presName="ThreeNodes_2" presStyleLbl="node1" presStyleIdx="1" presStyleCnt="3">
        <dgm:presLayoutVars>
          <dgm:bulletEnabled val="1"/>
        </dgm:presLayoutVars>
      </dgm:prSet>
      <dgm:spPr/>
    </dgm:pt>
    <dgm:pt modelId="{9877FB56-57C8-E947-B73A-BB68EA1CF6AD}" type="pres">
      <dgm:prSet presAssocID="{692EC4F0-940C-4D23-8DB8-0F066D510990}" presName="ThreeNodes_3" presStyleLbl="node1" presStyleIdx="2" presStyleCnt="3">
        <dgm:presLayoutVars>
          <dgm:bulletEnabled val="1"/>
        </dgm:presLayoutVars>
      </dgm:prSet>
      <dgm:spPr/>
    </dgm:pt>
    <dgm:pt modelId="{D4F5852D-A72E-7E41-ABA5-94D18B150960}" type="pres">
      <dgm:prSet presAssocID="{692EC4F0-940C-4D23-8DB8-0F066D510990}" presName="ThreeConn_1-2" presStyleLbl="fgAccFollowNode1" presStyleIdx="0" presStyleCnt="2">
        <dgm:presLayoutVars>
          <dgm:bulletEnabled val="1"/>
        </dgm:presLayoutVars>
      </dgm:prSet>
      <dgm:spPr/>
    </dgm:pt>
    <dgm:pt modelId="{0FBBFD99-9B72-7142-8AB0-40096191EE94}" type="pres">
      <dgm:prSet presAssocID="{692EC4F0-940C-4D23-8DB8-0F066D510990}" presName="ThreeConn_2-3" presStyleLbl="fgAccFollowNode1" presStyleIdx="1" presStyleCnt="2">
        <dgm:presLayoutVars>
          <dgm:bulletEnabled val="1"/>
        </dgm:presLayoutVars>
      </dgm:prSet>
      <dgm:spPr/>
    </dgm:pt>
    <dgm:pt modelId="{5915017E-39BE-8241-B7FB-04EAA0BD1AFF}" type="pres">
      <dgm:prSet presAssocID="{692EC4F0-940C-4D23-8DB8-0F066D510990}" presName="ThreeNodes_1_text" presStyleLbl="node1" presStyleIdx="2" presStyleCnt="3">
        <dgm:presLayoutVars>
          <dgm:bulletEnabled val="1"/>
        </dgm:presLayoutVars>
      </dgm:prSet>
      <dgm:spPr/>
    </dgm:pt>
    <dgm:pt modelId="{E73E06C9-A1C2-3545-AB5D-FB7CF27155E8}" type="pres">
      <dgm:prSet presAssocID="{692EC4F0-940C-4D23-8DB8-0F066D510990}" presName="ThreeNodes_2_text" presStyleLbl="node1" presStyleIdx="2" presStyleCnt="3">
        <dgm:presLayoutVars>
          <dgm:bulletEnabled val="1"/>
        </dgm:presLayoutVars>
      </dgm:prSet>
      <dgm:spPr/>
    </dgm:pt>
    <dgm:pt modelId="{031097B1-6589-034A-82E9-00D29687A454}" type="pres">
      <dgm:prSet presAssocID="{692EC4F0-940C-4D23-8DB8-0F066D51099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E58210E-FCD1-354E-B9BB-642235945D0C}" type="presOf" srcId="{EC2D118F-AD6E-4E6A-BB6A-0D9B10196DE2}" destId="{9877FB56-57C8-E947-B73A-BB68EA1CF6AD}" srcOrd="0" destOrd="0" presId="urn:microsoft.com/office/officeart/2005/8/layout/vProcess5"/>
    <dgm:cxn modelId="{1CD5BA22-0504-40AC-8D6C-8CA86BE06BB5}" srcId="{692EC4F0-940C-4D23-8DB8-0F066D510990}" destId="{EC2D118F-AD6E-4E6A-BB6A-0D9B10196DE2}" srcOrd="2" destOrd="0" parTransId="{4640F31A-B2CD-41D7-BBE0-A31DBFBDA26A}" sibTransId="{665E44F0-F0DC-462D-BC2E-367725907763}"/>
    <dgm:cxn modelId="{B456A231-9C32-4483-97DA-22945DCB4453}" srcId="{692EC4F0-940C-4D23-8DB8-0F066D510990}" destId="{85E2C6BE-02CD-4435-9558-611832720EE6}" srcOrd="1" destOrd="0" parTransId="{AE4D21DF-1EE8-40B9-9B66-1E6CAEA33249}" sibTransId="{E7A5EC38-1AE3-4597-91E9-1FBE310FADA7}"/>
    <dgm:cxn modelId="{D8694F41-6E15-4D75-8412-AE01C3D6D910}" srcId="{692EC4F0-940C-4D23-8DB8-0F066D510990}" destId="{D206919A-D814-46F3-8148-F4807659AA9C}" srcOrd="0" destOrd="0" parTransId="{3162BFED-956B-4213-8656-40F9AA9A2345}" sibTransId="{EEF7A72F-A55D-4FCA-B694-AAC49534162C}"/>
    <dgm:cxn modelId="{1B6A1A4B-9A30-D148-BCB9-5BF29A9F3D69}" type="presOf" srcId="{692EC4F0-940C-4D23-8DB8-0F066D510990}" destId="{47A62A5E-D73C-7445-B252-216F8AD85F65}" srcOrd="0" destOrd="0" presId="urn:microsoft.com/office/officeart/2005/8/layout/vProcess5"/>
    <dgm:cxn modelId="{78427A70-85B9-5C4F-A781-36303360311D}" type="presOf" srcId="{D206919A-D814-46F3-8148-F4807659AA9C}" destId="{35DC3B5D-F35E-3D42-8EA7-C063DA66851F}" srcOrd="0" destOrd="0" presId="urn:microsoft.com/office/officeart/2005/8/layout/vProcess5"/>
    <dgm:cxn modelId="{647E5D89-F8A4-4C48-8600-280F4A6C0E31}" type="presOf" srcId="{EEF7A72F-A55D-4FCA-B694-AAC49534162C}" destId="{D4F5852D-A72E-7E41-ABA5-94D18B150960}" srcOrd="0" destOrd="0" presId="urn:microsoft.com/office/officeart/2005/8/layout/vProcess5"/>
    <dgm:cxn modelId="{1FF33291-8B2A-A54E-A35E-D4FD19D48E5A}" type="presOf" srcId="{D206919A-D814-46F3-8148-F4807659AA9C}" destId="{5915017E-39BE-8241-B7FB-04EAA0BD1AFF}" srcOrd="1" destOrd="0" presId="urn:microsoft.com/office/officeart/2005/8/layout/vProcess5"/>
    <dgm:cxn modelId="{A1300692-0227-5E42-9F67-2DE000AAFDEA}" type="presOf" srcId="{85E2C6BE-02CD-4435-9558-611832720EE6}" destId="{E73E06C9-A1C2-3545-AB5D-FB7CF27155E8}" srcOrd="1" destOrd="0" presId="urn:microsoft.com/office/officeart/2005/8/layout/vProcess5"/>
    <dgm:cxn modelId="{5EB85B9A-5FB0-C74E-A975-19E4E013B6A7}" type="presOf" srcId="{EC2D118F-AD6E-4E6A-BB6A-0D9B10196DE2}" destId="{031097B1-6589-034A-82E9-00D29687A454}" srcOrd="1" destOrd="0" presId="urn:microsoft.com/office/officeart/2005/8/layout/vProcess5"/>
    <dgm:cxn modelId="{E71808A4-F247-764B-8B79-871A90FB6DEC}" type="presOf" srcId="{85E2C6BE-02CD-4435-9558-611832720EE6}" destId="{B46EF5C7-2FA4-654F-AC49-019E6DD8A89B}" srcOrd="0" destOrd="0" presId="urn:microsoft.com/office/officeart/2005/8/layout/vProcess5"/>
    <dgm:cxn modelId="{1FCB74EA-E9A0-8444-BDAE-0CB7D06B29B5}" type="presOf" srcId="{E7A5EC38-1AE3-4597-91E9-1FBE310FADA7}" destId="{0FBBFD99-9B72-7142-8AB0-40096191EE94}" srcOrd="0" destOrd="0" presId="urn:microsoft.com/office/officeart/2005/8/layout/vProcess5"/>
    <dgm:cxn modelId="{7E96B36B-2FA3-DE48-B00B-46BA3C6A3D3B}" type="presParOf" srcId="{47A62A5E-D73C-7445-B252-216F8AD85F65}" destId="{F347D28D-CF74-6A40-B57A-BDA1DCC9D1E2}" srcOrd="0" destOrd="0" presId="urn:microsoft.com/office/officeart/2005/8/layout/vProcess5"/>
    <dgm:cxn modelId="{557AD735-B388-7847-87AA-1B42958D2443}" type="presParOf" srcId="{47A62A5E-D73C-7445-B252-216F8AD85F65}" destId="{35DC3B5D-F35E-3D42-8EA7-C063DA66851F}" srcOrd="1" destOrd="0" presId="urn:microsoft.com/office/officeart/2005/8/layout/vProcess5"/>
    <dgm:cxn modelId="{02E31803-2BF3-EC45-9299-B6736DC07896}" type="presParOf" srcId="{47A62A5E-D73C-7445-B252-216F8AD85F65}" destId="{B46EF5C7-2FA4-654F-AC49-019E6DD8A89B}" srcOrd="2" destOrd="0" presId="urn:microsoft.com/office/officeart/2005/8/layout/vProcess5"/>
    <dgm:cxn modelId="{78956A58-5CD5-6D42-95FE-8AC9496CEB40}" type="presParOf" srcId="{47A62A5E-D73C-7445-B252-216F8AD85F65}" destId="{9877FB56-57C8-E947-B73A-BB68EA1CF6AD}" srcOrd="3" destOrd="0" presId="urn:microsoft.com/office/officeart/2005/8/layout/vProcess5"/>
    <dgm:cxn modelId="{74A5E2D2-2CAE-4846-BB64-EC498594F219}" type="presParOf" srcId="{47A62A5E-D73C-7445-B252-216F8AD85F65}" destId="{D4F5852D-A72E-7E41-ABA5-94D18B150960}" srcOrd="4" destOrd="0" presId="urn:microsoft.com/office/officeart/2005/8/layout/vProcess5"/>
    <dgm:cxn modelId="{01F90F1B-7246-9C4D-8712-DB8BB7B73209}" type="presParOf" srcId="{47A62A5E-D73C-7445-B252-216F8AD85F65}" destId="{0FBBFD99-9B72-7142-8AB0-40096191EE94}" srcOrd="5" destOrd="0" presId="urn:microsoft.com/office/officeart/2005/8/layout/vProcess5"/>
    <dgm:cxn modelId="{DD267B90-2765-EA45-87BC-11AC4D8FBDB1}" type="presParOf" srcId="{47A62A5E-D73C-7445-B252-216F8AD85F65}" destId="{5915017E-39BE-8241-B7FB-04EAA0BD1AFF}" srcOrd="6" destOrd="0" presId="urn:microsoft.com/office/officeart/2005/8/layout/vProcess5"/>
    <dgm:cxn modelId="{851167A3-CDEB-7640-9248-FFBC4F1DBFC8}" type="presParOf" srcId="{47A62A5E-D73C-7445-B252-216F8AD85F65}" destId="{E73E06C9-A1C2-3545-AB5D-FB7CF27155E8}" srcOrd="7" destOrd="0" presId="urn:microsoft.com/office/officeart/2005/8/layout/vProcess5"/>
    <dgm:cxn modelId="{C6E8B8EC-F0D4-1943-9BB4-A9FA6E36E07D}" type="presParOf" srcId="{47A62A5E-D73C-7445-B252-216F8AD85F65}" destId="{031097B1-6589-034A-82E9-00D29687A45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15D6C-D947-164D-AB67-996DFD258C0B}">
      <dsp:nvSpPr>
        <dsp:cNvPr id="0" name=""/>
        <dsp:cNvSpPr/>
      </dsp:nvSpPr>
      <dsp:spPr>
        <a:xfrm>
          <a:off x="0" y="1939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BBE05-CBA8-3A48-9705-CC7D9D4C0079}">
      <dsp:nvSpPr>
        <dsp:cNvPr id="0" name=""/>
        <dsp:cNvSpPr/>
      </dsp:nvSpPr>
      <dsp:spPr>
        <a:xfrm>
          <a:off x="0" y="1939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Decentralized exchanges.</a:t>
          </a:r>
          <a:endParaRPr lang="en-US" sz="1800" kern="1200"/>
        </a:p>
      </dsp:txBody>
      <dsp:txXfrm>
        <a:off x="0" y="1939"/>
        <a:ext cx="3706762" cy="661392"/>
      </dsp:txXfrm>
    </dsp:sp>
    <dsp:sp modelId="{584DD44B-CDAB-3E40-A672-880D005BC918}">
      <dsp:nvSpPr>
        <dsp:cNvPr id="0" name=""/>
        <dsp:cNvSpPr/>
      </dsp:nvSpPr>
      <dsp:spPr>
        <a:xfrm>
          <a:off x="0" y="663331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76AB3-8FBE-EF4B-96D0-820E8D025629}">
      <dsp:nvSpPr>
        <dsp:cNvPr id="0" name=""/>
        <dsp:cNvSpPr/>
      </dsp:nvSpPr>
      <dsp:spPr>
        <a:xfrm>
          <a:off x="0" y="663331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Liquidity providers.</a:t>
          </a:r>
          <a:endParaRPr lang="en-US" sz="1800" kern="1200"/>
        </a:p>
      </dsp:txBody>
      <dsp:txXfrm>
        <a:off x="0" y="663331"/>
        <a:ext cx="3706762" cy="661392"/>
      </dsp:txXfrm>
    </dsp:sp>
    <dsp:sp modelId="{CD081774-F64F-A44C-945C-EBFE8049D845}">
      <dsp:nvSpPr>
        <dsp:cNvPr id="0" name=""/>
        <dsp:cNvSpPr/>
      </dsp:nvSpPr>
      <dsp:spPr>
        <a:xfrm>
          <a:off x="0" y="1324723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FDADA-3DF9-ED41-B082-AF2AD3F87C8D}">
      <dsp:nvSpPr>
        <dsp:cNvPr id="0" name=""/>
        <dsp:cNvSpPr/>
      </dsp:nvSpPr>
      <dsp:spPr>
        <a:xfrm>
          <a:off x="0" y="1324723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Yield aggregators.</a:t>
          </a:r>
          <a:endParaRPr lang="en-US" sz="1800" kern="1200"/>
        </a:p>
      </dsp:txBody>
      <dsp:txXfrm>
        <a:off x="0" y="1324723"/>
        <a:ext cx="3706762" cy="661392"/>
      </dsp:txXfrm>
    </dsp:sp>
    <dsp:sp modelId="{720DA2AF-78BD-0D40-85C4-5BDDBB6BD730}">
      <dsp:nvSpPr>
        <dsp:cNvPr id="0" name=""/>
        <dsp:cNvSpPr/>
      </dsp:nvSpPr>
      <dsp:spPr>
        <a:xfrm>
          <a:off x="0" y="1986116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833A7-5866-C545-8BC2-D473D571F50D}">
      <dsp:nvSpPr>
        <dsp:cNvPr id="0" name=""/>
        <dsp:cNvSpPr/>
      </dsp:nvSpPr>
      <dsp:spPr>
        <a:xfrm>
          <a:off x="0" y="1986116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Decentralized autonomous organizations.</a:t>
          </a:r>
          <a:endParaRPr lang="en-US" sz="1800" kern="1200"/>
        </a:p>
      </dsp:txBody>
      <dsp:txXfrm>
        <a:off x="0" y="1986116"/>
        <a:ext cx="3706762" cy="661392"/>
      </dsp:txXfrm>
    </dsp:sp>
    <dsp:sp modelId="{CE5CA57F-9903-034F-A4B6-24405A54B2DA}">
      <dsp:nvSpPr>
        <dsp:cNvPr id="0" name=""/>
        <dsp:cNvSpPr/>
      </dsp:nvSpPr>
      <dsp:spPr>
        <a:xfrm>
          <a:off x="0" y="2647508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96652-841E-B048-BFB6-C1228AB58485}">
      <dsp:nvSpPr>
        <dsp:cNvPr id="0" name=""/>
        <dsp:cNvSpPr/>
      </dsp:nvSpPr>
      <dsp:spPr>
        <a:xfrm>
          <a:off x="0" y="2647508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Oracoli, wallet, API.</a:t>
          </a:r>
          <a:endParaRPr lang="en-US" sz="1800" kern="1200"/>
        </a:p>
      </dsp:txBody>
      <dsp:txXfrm>
        <a:off x="0" y="2647508"/>
        <a:ext cx="3706762" cy="661392"/>
      </dsp:txXfrm>
    </dsp:sp>
    <dsp:sp modelId="{29B9B079-CC8E-CC4F-AE53-B6671EB164F9}">
      <dsp:nvSpPr>
        <dsp:cNvPr id="0" name=""/>
        <dsp:cNvSpPr/>
      </dsp:nvSpPr>
      <dsp:spPr>
        <a:xfrm>
          <a:off x="0" y="3308900"/>
          <a:ext cx="37067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CBFCE-43E6-3B49-A43E-9A06C515D175}">
      <dsp:nvSpPr>
        <dsp:cNvPr id="0" name=""/>
        <dsp:cNvSpPr/>
      </dsp:nvSpPr>
      <dsp:spPr>
        <a:xfrm>
          <a:off x="0" y="3308900"/>
          <a:ext cx="3706762" cy="661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Sicurezza.</a:t>
          </a:r>
          <a:endParaRPr lang="en-US" sz="1800" kern="1200"/>
        </a:p>
      </dsp:txBody>
      <dsp:txXfrm>
        <a:off x="0" y="3308900"/>
        <a:ext cx="3706762" cy="661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73FFC-E028-E547-8F59-F0FF9B6E2138}">
      <dsp:nvSpPr>
        <dsp:cNvPr id="0" name=""/>
        <dsp:cNvSpPr/>
      </dsp:nvSpPr>
      <dsp:spPr>
        <a:xfrm>
          <a:off x="2968" y="907674"/>
          <a:ext cx="2119288" cy="1345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D1983-1594-5144-90D6-C1C7D81C3081}">
      <dsp:nvSpPr>
        <dsp:cNvPr id="0" name=""/>
        <dsp:cNvSpPr/>
      </dsp:nvSpPr>
      <dsp:spPr>
        <a:xfrm>
          <a:off x="238444" y="1131376"/>
          <a:ext cx="2119288" cy="1345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Trading fees.</a:t>
          </a:r>
          <a:endParaRPr lang="en-US" sz="2600" kern="1200"/>
        </a:p>
      </dsp:txBody>
      <dsp:txXfrm>
        <a:off x="277860" y="1170792"/>
        <a:ext cx="2040456" cy="1266916"/>
      </dsp:txXfrm>
    </dsp:sp>
    <dsp:sp modelId="{EC940599-FCC9-DD4B-A4C2-EC4D6FA51A95}">
      <dsp:nvSpPr>
        <dsp:cNvPr id="0" name=""/>
        <dsp:cNvSpPr/>
      </dsp:nvSpPr>
      <dsp:spPr>
        <a:xfrm>
          <a:off x="2593209" y="907674"/>
          <a:ext cx="2119288" cy="1345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BBD7E-DCA9-BA47-B65E-C9E8B6805C29}">
      <dsp:nvSpPr>
        <dsp:cNvPr id="0" name=""/>
        <dsp:cNvSpPr/>
      </dsp:nvSpPr>
      <dsp:spPr>
        <a:xfrm>
          <a:off x="2828685" y="1131376"/>
          <a:ext cx="2119288" cy="1345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Liquidity mining.</a:t>
          </a:r>
          <a:endParaRPr lang="en-US" sz="2600" kern="1200"/>
        </a:p>
      </dsp:txBody>
      <dsp:txXfrm>
        <a:off x="2868101" y="1170792"/>
        <a:ext cx="2040456" cy="1266916"/>
      </dsp:txXfrm>
    </dsp:sp>
    <dsp:sp modelId="{E6086564-7269-0348-BA47-7B6AAE8B3D5F}">
      <dsp:nvSpPr>
        <dsp:cNvPr id="0" name=""/>
        <dsp:cNvSpPr/>
      </dsp:nvSpPr>
      <dsp:spPr>
        <a:xfrm>
          <a:off x="5183450" y="907674"/>
          <a:ext cx="2119288" cy="1345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ECBBF-9498-334C-AD80-404F24E0E8BA}">
      <dsp:nvSpPr>
        <dsp:cNvPr id="0" name=""/>
        <dsp:cNvSpPr/>
      </dsp:nvSpPr>
      <dsp:spPr>
        <a:xfrm>
          <a:off x="5418927" y="1131376"/>
          <a:ext cx="2119288" cy="1345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Lending su LP tokens.</a:t>
          </a:r>
          <a:endParaRPr lang="en-US" sz="2600" kern="1200"/>
        </a:p>
      </dsp:txBody>
      <dsp:txXfrm>
        <a:off x="5458343" y="1170792"/>
        <a:ext cx="2040456" cy="1266916"/>
      </dsp:txXfrm>
    </dsp:sp>
    <dsp:sp modelId="{50ACECDF-BDD0-E546-A37B-3224F013B285}">
      <dsp:nvSpPr>
        <dsp:cNvPr id="0" name=""/>
        <dsp:cNvSpPr/>
      </dsp:nvSpPr>
      <dsp:spPr>
        <a:xfrm>
          <a:off x="7773692" y="907674"/>
          <a:ext cx="2119288" cy="1345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0AB3B-0D87-2945-8637-C5E10AE0DAE2}">
      <dsp:nvSpPr>
        <dsp:cNvPr id="0" name=""/>
        <dsp:cNvSpPr/>
      </dsp:nvSpPr>
      <dsp:spPr>
        <a:xfrm>
          <a:off x="8009168" y="1131376"/>
          <a:ext cx="2119288" cy="13457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Abbonamenti e servizi.</a:t>
          </a:r>
          <a:endParaRPr lang="en-US" sz="2600" kern="1200"/>
        </a:p>
      </dsp:txBody>
      <dsp:txXfrm>
        <a:off x="8048584" y="1170792"/>
        <a:ext cx="2040456" cy="12669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B27AB-3BA6-9147-9A71-B86F6383B3F2}">
      <dsp:nvSpPr>
        <dsp:cNvPr id="0" name=""/>
        <dsp:cNvSpPr/>
      </dsp:nvSpPr>
      <dsp:spPr>
        <a:xfrm>
          <a:off x="3337711" y="665346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750" y="708346"/>
        <a:ext cx="27193" cy="5438"/>
      </dsp:txXfrm>
    </dsp:sp>
    <dsp:sp modelId="{BAFE469B-478A-CF4F-B947-88DE2880E14C}">
      <dsp:nvSpPr>
        <dsp:cNvPr id="0" name=""/>
        <dsp:cNvSpPr/>
      </dsp:nvSpPr>
      <dsp:spPr>
        <a:xfrm>
          <a:off x="974852" y="1668"/>
          <a:ext cx="2364658" cy="14187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Ottenuti </a:t>
          </a:r>
          <a:r>
            <a:rPr lang="it-IT" sz="2400" kern="1200" dirty="0" err="1"/>
            <a:t>TokenA</a:t>
          </a:r>
          <a:r>
            <a:rPr lang="it-IT" sz="2400" kern="1200" dirty="0"/>
            <a:t> e </a:t>
          </a:r>
          <a:r>
            <a:rPr lang="it-IT" sz="2400" kern="1200" dirty="0" err="1"/>
            <a:t>TokenB</a:t>
          </a:r>
          <a:r>
            <a:rPr lang="it-IT" sz="2400" kern="1200" dirty="0"/>
            <a:t>. </a:t>
          </a:r>
          <a:endParaRPr lang="en-US" sz="2400" kern="1200" dirty="0"/>
        </a:p>
      </dsp:txBody>
      <dsp:txXfrm>
        <a:off x="974852" y="1668"/>
        <a:ext cx="2364658" cy="1418795"/>
      </dsp:txXfrm>
    </dsp:sp>
    <dsp:sp modelId="{D5A188AF-4EE2-6B4B-8631-390BF062255D}">
      <dsp:nvSpPr>
        <dsp:cNvPr id="0" name=""/>
        <dsp:cNvSpPr/>
      </dsp:nvSpPr>
      <dsp:spPr>
        <a:xfrm>
          <a:off x="6246241" y="665346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accent2">
              <a:hueOff val="-777537"/>
              <a:satOff val="-4113"/>
              <a:lumOff val="-15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9280" y="708346"/>
        <a:ext cx="27193" cy="5438"/>
      </dsp:txXfrm>
    </dsp:sp>
    <dsp:sp modelId="{2911CD39-6149-A443-B169-410B4FDB5CB3}">
      <dsp:nvSpPr>
        <dsp:cNvPr id="0" name=""/>
        <dsp:cNvSpPr/>
      </dsp:nvSpPr>
      <dsp:spPr>
        <a:xfrm>
          <a:off x="3883383" y="1668"/>
          <a:ext cx="2364658" cy="1418795"/>
        </a:xfrm>
        <a:prstGeom prst="rect">
          <a:avLst/>
        </a:prstGeom>
        <a:solidFill>
          <a:schemeClr val="accent2">
            <a:hueOff val="-622029"/>
            <a:satOff val="-3291"/>
            <a:lumOff val="-125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Approvato l’AMM per i token.</a:t>
          </a:r>
          <a:endParaRPr lang="en-US" sz="2400" kern="1200"/>
        </a:p>
      </dsp:txBody>
      <dsp:txXfrm>
        <a:off x="3883383" y="1668"/>
        <a:ext cx="2364658" cy="1418795"/>
      </dsp:txXfrm>
    </dsp:sp>
    <dsp:sp modelId="{3487374E-FE16-2043-9078-8A2CE5E3FC8E}">
      <dsp:nvSpPr>
        <dsp:cNvPr id="0" name=""/>
        <dsp:cNvSpPr/>
      </dsp:nvSpPr>
      <dsp:spPr>
        <a:xfrm>
          <a:off x="2157182" y="1418663"/>
          <a:ext cx="5817060" cy="513271"/>
        </a:xfrm>
        <a:custGeom>
          <a:avLst/>
          <a:gdLst/>
          <a:ahLst/>
          <a:cxnLst/>
          <a:rect l="0" t="0" r="0" b="0"/>
          <a:pathLst>
            <a:path>
              <a:moveTo>
                <a:pt x="5817060" y="0"/>
              </a:moveTo>
              <a:lnTo>
                <a:pt x="5817060" y="273735"/>
              </a:lnTo>
              <a:lnTo>
                <a:pt x="0" y="273735"/>
              </a:lnTo>
              <a:lnTo>
                <a:pt x="0" y="513271"/>
              </a:lnTo>
            </a:path>
          </a:pathLst>
        </a:custGeom>
        <a:noFill/>
        <a:ln w="9525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19651" y="1672580"/>
        <a:ext cx="292121" cy="5438"/>
      </dsp:txXfrm>
    </dsp:sp>
    <dsp:sp modelId="{4837F809-4826-B64F-B336-F6744E2A937A}">
      <dsp:nvSpPr>
        <dsp:cNvPr id="0" name=""/>
        <dsp:cNvSpPr/>
      </dsp:nvSpPr>
      <dsp:spPr>
        <a:xfrm>
          <a:off x="6791913" y="1668"/>
          <a:ext cx="2364658" cy="1418795"/>
        </a:xfrm>
        <a:prstGeom prst="rect">
          <a:avLst/>
        </a:prstGeom>
        <a:solidFill>
          <a:schemeClr val="accent2">
            <a:hueOff val="-1244059"/>
            <a:satOff val="-6581"/>
            <a:lumOff val="-251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Mint delle quote.</a:t>
          </a:r>
          <a:endParaRPr lang="en-US" sz="2400" kern="1200"/>
        </a:p>
      </dsp:txBody>
      <dsp:txXfrm>
        <a:off x="6791913" y="1668"/>
        <a:ext cx="2364658" cy="1418795"/>
      </dsp:txXfrm>
    </dsp:sp>
    <dsp:sp modelId="{198EC9A1-4D4C-BF45-A8DE-F5C0CC7F3300}">
      <dsp:nvSpPr>
        <dsp:cNvPr id="0" name=""/>
        <dsp:cNvSpPr/>
      </dsp:nvSpPr>
      <dsp:spPr>
        <a:xfrm>
          <a:off x="3337711" y="2628012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accent2">
              <a:hueOff val="-2332610"/>
              <a:satOff val="-12340"/>
              <a:lumOff val="-470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0750" y="2671013"/>
        <a:ext cx="27193" cy="5438"/>
      </dsp:txXfrm>
    </dsp:sp>
    <dsp:sp modelId="{509700CB-8AF0-7745-A627-630199BC25EE}">
      <dsp:nvSpPr>
        <dsp:cNvPr id="0" name=""/>
        <dsp:cNvSpPr/>
      </dsp:nvSpPr>
      <dsp:spPr>
        <a:xfrm>
          <a:off x="974852" y="1964335"/>
          <a:ext cx="2364658" cy="1418795"/>
        </a:xfrm>
        <a:prstGeom prst="rect">
          <a:avLst/>
        </a:prstGeom>
        <a:solidFill>
          <a:schemeClr val="accent2">
            <a:hueOff val="-1866088"/>
            <a:satOff val="-9872"/>
            <a:lumOff val="-376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Swap di TokenA con TokenB.</a:t>
          </a:r>
          <a:endParaRPr lang="en-US" sz="2400" kern="1200"/>
        </a:p>
      </dsp:txBody>
      <dsp:txXfrm>
        <a:off x="974852" y="1964335"/>
        <a:ext cx="2364658" cy="1418795"/>
      </dsp:txXfrm>
    </dsp:sp>
    <dsp:sp modelId="{05A200AE-6804-6343-BA94-63644E03967D}">
      <dsp:nvSpPr>
        <dsp:cNvPr id="0" name=""/>
        <dsp:cNvSpPr/>
      </dsp:nvSpPr>
      <dsp:spPr>
        <a:xfrm>
          <a:off x="6246241" y="2628012"/>
          <a:ext cx="5132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271" y="45720"/>
              </a:lnTo>
            </a:path>
          </a:pathLst>
        </a:custGeom>
        <a:noFill/>
        <a:ln w="9525" cap="rnd" cmpd="sng" algn="ctr">
          <a:solidFill>
            <a:schemeClr val="accent2">
              <a:hueOff val="-3110147"/>
              <a:satOff val="-16453"/>
              <a:lumOff val="-627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9280" y="2671013"/>
        <a:ext cx="27193" cy="5438"/>
      </dsp:txXfrm>
    </dsp:sp>
    <dsp:sp modelId="{CB04754D-179C-A943-A446-DC665C7938CA}">
      <dsp:nvSpPr>
        <dsp:cNvPr id="0" name=""/>
        <dsp:cNvSpPr/>
      </dsp:nvSpPr>
      <dsp:spPr>
        <a:xfrm>
          <a:off x="3883383" y="1964335"/>
          <a:ext cx="2364658" cy="1418795"/>
        </a:xfrm>
        <a:prstGeom prst="rect">
          <a:avLst/>
        </a:prstGeom>
        <a:solidFill>
          <a:schemeClr val="accent2">
            <a:hueOff val="-2488118"/>
            <a:satOff val="-13162"/>
            <a:lumOff val="-501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Burn delle quote.</a:t>
          </a:r>
          <a:endParaRPr lang="en-US" sz="2400" kern="1200"/>
        </a:p>
      </dsp:txBody>
      <dsp:txXfrm>
        <a:off x="3883383" y="1964335"/>
        <a:ext cx="2364658" cy="1418795"/>
      </dsp:txXfrm>
    </dsp:sp>
    <dsp:sp modelId="{48424F0B-3A08-DE49-ABBA-1A29A43C1B01}">
      <dsp:nvSpPr>
        <dsp:cNvPr id="0" name=""/>
        <dsp:cNvSpPr/>
      </dsp:nvSpPr>
      <dsp:spPr>
        <a:xfrm>
          <a:off x="6791913" y="1964335"/>
          <a:ext cx="2364658" cy="1418795"/>
        </a:xfrm>
        <a:prstGeom prst="rect">
          <a:avLst/>
        </a:prstGeom>
        <a:solidFill>
          <a:schemeClr val="accent2">
            <a:hueOff val="-3110147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70" tIns="121626" rIns="115870" bIns="12162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Confronto con formule e guadagni teorici.</a:t>
          </a:r>
          <a:endParaRPr lang="en-US" sz="2400" kern="1200"/>
        </a:p>
      </dsp:txBody>
      <dsp:txXfrm>
        <a:off x="6791913" y="1964335"/>
        <a:ext cx="2364658" cy="14187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C3B5D-F35E-3D42-8EA7-C063DA66851F}">
      <dsp:nvSpPr>
        <dsp:cNvPr id="0" name=""/>
        <dsp:cNvSpPr/>
      </dsp:nvSpPr>
      <dsp:spPr>
        <a:xfrm>
          <a:off x="0" y="0"/>
          <a:ext cx="8611711" cy="10154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I numeri molto piccoli vengono troncati.</a:t>
          </a:r>
          <a:endParaRPr lang="en-US" sz="2600" kern="1200"/>
        </a:p>
      </dsp:txBody>
      <dsp:txXfrm>
        <a:off x="29741" y="29741"/>
        <a:ext cx="7515973" cy="955957"/>
      </dsp:txXfrm>
    </dsp:sp>
    <dsp:sp modelId="{B46EF5C7-2FA4-654F-AC49-019E6DD8A89B}">
      <dsp:nvSpPr>
        <dsp:cNvPr id="0" name=""/>
        <dsp:cNvSpPr/>
      </dsp:nvSpPr>
      <dsp:spPr>
        <a:xfrm>
          <a:off x="759856" y="1184679"/>
          <a:ext cx="8611711" cy="10154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Bisogna tenere a mente che gli input sono in formato decimale a 18.</a:t>
          </a:r>
          <a:endParaRPr lang="en-US" sz="2600" kern="1200"/>
        </a:p>
      </dsp:txBody>
      <dsp:txXfrm>
        <a:off x="789597" y="1214420"/>
        <a:ext cx="7132336" cy="955957"/>
      </dsp:txXfrm>
    </dsp:sp>
    <dsp:sp modelId="{9877FB56-57C8-E947-B73A-BB68EA1CF6AD}">
      <dsp:nvSpPr>
        <dsp:cNvPr id="0" name=""/>
        <dsp:cNvSpPr/>
      </dsp:nvSpPr>
      <dsp:spPr>
        <a:xfrm>
          <a:off x="1519713" y="2369359"/>
          <a:ext cx="8611711" cy="10154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/>
            <a:t>1 token si scrive 1000000000000000000 .</a:t>
          </a:r>
          <a:endParaRPr lang="en-US" sz="2600" kern="1200"/>
        </a:p>
      </dsp:txBody>
      <dsp:txXfrm>
        <a:off x="1549454" y="2399100"/>
        <a:ext cx="7132336" cy="955957"/>
      </dsp:txXfrm>
    </dsp:sp>
    <dsp:sp modelId="{D4F5852D-A72E-7E41-ABA5-94D18B150960}">
      <dsp:nvSpPr>
        <dsp:cNvPr id="0" name=""/>
        <dsp:cNvSpPr/>
      </dsp:nvSpPr>
      <dsp:spPr>
        <a:xfrm>
          <a:off x="7951675" y="770041"/>
          <a:ext cx="660035" cy="6600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100183" y="770041"/>
        <a:ext cx="363019" cy="496676"/>
      </dsp:txXfrm>
    </dsp:sp>
    <dsp:sp modelId="{0FBBFD99-9B72-7142-8AB0-40096191EE94}">
      <dsp:nvSpPr>
        <dsp:cNvPr id="0" name=""/>
        <dsp:cNvSpPr/>
      </dsp:nvSpPr>
      <dsp:spPr>
        <a:xfrm>
          <a:off x="8711532" y="1947951"/>
          <a:ext cx="660035" cy="66003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860040" y="1947951"/>
        <a:ext cx="363019" cy="496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C531-9BA6-DA1F-E2EF-A5D0CED3A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Analisi e comparazione dei sistemi </a:t>
            </a:r>
            <a:r>
              <a:rPr lang="it-IT" dirty="0" err="1"/>
              <a:t>defi</a:t>
            </a:r>
            <a:r>
              <a:rPr lang="it-IT" dirty="0"/>
              <a:t> che usano </a:t>
            </a:r>
            <a:r>
              <a:rPr lang="it-IT" dirty="0" err="1"/>
              <a:t>amm</a:t>
            </a:r>
            <a:r>
              <a:rPr lang="it-IT" dirty="0"/>
              <a:t> e </a:t>
            </a:r>
            <a:r>
              <a:rPr lang="it-IT" dirty="0" err="1"/>
              <a:t>liquidity</a:t>
            </a:r>
            <a:r>
              <a:rPr lang="it-IT" dirty="0"/>
              <a:t> pools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112A8-61C3-D2BA-8ACF-75DAD9208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776025"/>
            <a:ext cx="7197726" cy="2081975"/>
          </a:xfrm>
        </p:spPr>
        <p:txBody>
          <a:bodyPr/>
          <a:lstStyle/>
          <a:p>
            <a:r>
              <a:rPr lang="en-US" dirty="0"/>
              <a:t>Università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di Cagliari</a:t>
            </a:r>
          </a:p>
          <a:p>
            <a:r>
              <a:rPr lang="en-US" dirty="0"/>
              <a:t>Blockchain and smart contracts 2025</a:t>
            </a:r>
          </a:p>
          <a:p>
            <a:r>
              <a:rPr lang="en-US" dirty="0"/>
              <a:t>Prof. </a:t>
            </a:r>
            <a:r>
              <a:rPr lang="en-US" dirty="0" err="1"/>
              <a:t>andrea</a:t>
            </a:r>
            <a:r>
              <a:rPr lang="en-US" dirty="0"/>
              <a:t> pinna</a:t>
            </a:r>
          </a:p>
          <a:p>
            <a:r>
              <a:rPr lang="en-US" dirty="0"/>
              <a:t>© 2025 Mattia Cocco &amp; Tomas </a:t>
            </a:r>
            <a:r>
              <a:rPr lang="en-US" dirty="0" err="1"/>
              <a:t>Lepuri</a:t>
            </a:r>
            <a:r>
              <a:rPr lang="en-US" dirty="0"/>
              <a:t> – </a:t>
            </a:r>
            <a:r>
              <a:rPr lang="en-US" dirty="0" err="1"/>
              <a:t>Licenza</a:t>
            </a:r>
            <a:r>
              <a:rPr lang="en-US" dirty="0"/>
              <a:t> CC BY 4.0 </a:t>
            </a:r>
          </a:p>
          <a:p>
            <a:endParaRPr lang="en-US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059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349F4-D76A-E17A-BB03-C1A5721E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it-IT" dirty="0" err="1"/>
              <a:t>Decentralized</a:t>
            </a:r>
            <a:r>
              <a:rPr lang="it-IT" dirty="0"/>
              <a:t> </a:t>
            </a:r>
            <a:r>
              <a:rPr lang="it-IT" dirty="0" err="1"/>
              <a:t>finance</a:t>
            </a:r>
            <a:endParaRPr lang="it-I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72DA-1472-1527-0D55-AEA16056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it-IT" dirty="0"/>
              <a:t>Servizi finanziari senza intermediari centralizzati </a:t>
            </a:r>
            <a:r>
              <a:rPr lang="it-IT" dirty="0" err="1"/>
              <a:t>trusted</a:t>
            </a:r>
            <a:r>
              <a:rPr lang="it-IT" dirty="0"/>
              <a:t>.</a:t>
            </a:r>
          </a:p>
          <a:p>
            <a:r>
              <a:rPr lang="it-IT" dirty="0"/>
              <a:t>Smart </a:t>
            </a:r>
            <a:r>
              <a:rPr lang="it-IT" dirty="0" err="1"/>
              <a:t>contracts</a:t>
            </a:r>
            <a:r>
              <a:rPr lang="it-IT" dirty="0"/>
              <a:t>.</a:t>
            </a:r>
          </a:p>
          <a:p>
            <a:r>
              <a:rPr lang="it-IT" dirty="0"/>
              <a:t>Trasparenza e accessibilità.</a:t>
            </a:r>
          </a:p>
          <a:p>
            <a:r>
              <a:rPr lang="it-IT" dirty="0"/>
              <a:t>Nasce con </a:t>
            </a:r>
            <a:r>
              <a:rPr lang="it-IT" dirty="0" err="1"/>
              <a:t>Ethereum</a:t>
            </a:r>
            <a:r>
              <a:rPr lang="it-IT" dirty="0"/>
              <a:t> e si espande rapidamente.</a:t>
            </a:r>
          </a:p>
        </p:txBody>
      </p:sp>
    </p:spTree>
    <p:extLst>
      <p:ext uri="{BB962C8B-B14F-4D97-AF65-F5344CB8AC3E}">
        <p14:creationId xmlns:p14="http://schemas.microsoft.com/office/powerpoint/2010/main" val="111246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5A3F-AF2A-770F-5D11-9664772A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it-IT" dirty="0" err="1"/>
              <a:t>Liquidity</a:t>
            </a:r>
            <a:r>
              <a:rPr lang="it-IT" dirty="0"/>
              <a:t> pools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1B9B-CB64-D63A-A7F8-926D37C4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it-IT" dirty="0"/>
              <a:t>Riserve di due o più token bloccati da uno smart </a:t>
            </a:r>
            <a:r>
              <a:rPr lang="it-IT" dirty="0" err="1"/>
              <a:t>contract</a:t>
            </a:r>
            <a:r>
              <a:rPr lang="it-IT" dirty="0"/>
              <a:t>.</a:t>
            </a:r>
          </a:p>
          <a:p>
            <a:r>
              <a:rPr lang="it-IT" dirty="0"/>
              <a:t>Scambi gestiti da un AMM.</a:t>
            </a:r>
          </a:p>
          <a:p>
            <a:r>
              <a:rPr lang="it-IT" dirty="0"/>
              <a:t>I </a:t>
            </a:r>
            <a:r>
              <a:rPr lang="it-IT" dirty="0" err="1"/>
              <a:t>Liquidity</a:t>
            </a:r>
            <a:r>
              <a:rPr lang="it-IT" dirty="0"/>
              <a:t> Provider forniscono liquidità in cambio di quote.</a:t>
            </a:r>
          </a:p>
          <a:p>
            <a:r>
              <a:rPr lang="it-IT" dirty="0"/>
              <a:t>Possibile guadagno ma anche rischio di </a:t>
            </a:r>
            <a:r>
              <a:rPr lang="it-IT" dirty="0" err="1"/>
              <a:t>Impermanent</a:t>
            </a:r>
            <a:r>
              <a:rPr lang="it-IT" dirty="0"/>
              <a:t> Loss.</a:t>
            </a:r>
          </a:p>
        </p:txBody>
      </p:sp>
      <p:pic>
        <p:nvPicPr>
          <p:cNvPr id="6" name="Picture 5" descr="A pool with coins and a ladder&#10;&#10;AI-generated content may be incorrect.">
            <a:extLst>
              <a:ext uri="{FF2B5EF4-FFF2-40B4-BE49-F238E27FC236}">
                <a16:creationId xmlns:a16="http://schemas.microsoft.com/office/drawing/2014/main" id="{E50727DA-172B-3132-A6C4-56CD1AAD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940126"/>
            <a:ext cx="6095593" cy="481551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92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283-CFAD-E60B-A8AE-F7F91EE2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it-IT" dirty="0"/>
              <a:t>Principali operazioni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7252-5C0B-2ECF-0D3E-06E4ACE6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r>
              <a:rPr lang="it-IT" dirty="0"/>
              <a:t>Mint per versare liquidità e ottenere quote (LP token).</a:t>
            </a:r>
          </a:p>
          <a:p>
            <a:r>
              <a:rPr lang="it-IT" dirty="0"/>
              <a:t>Burn per bruciare quote e ottenere la liquidità corrispondente.</a:t>
            </a:r>
          </a:p>
          <a:p>
            <a:endParaRPr lang="it-IT" dirty="0"/>
          </a:p>
        </p:txBody>
      </p:sp>
      <p:pic>
        <p:nvPicPr>
          <p:cNvPr id="5" name="Picture 4" descr="A logo of a cryptocurrency&#10;&#10;AI-generated content may be incorrect.">
            <a:extLst>
              <a:ext uri="{FF2B5EF4-FFF2-40B4-BE49-F238E27FC236}">
                <a16:creationId xmlns:a16="http://schemas.microsoft.com/office/drawing/2014/main" id="{3C4DBC64-3CAB-ECDB-5F78-E3CFB74C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9" r="10007" b="-2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723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7616-0357-4336-570D-FA6192D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it-IT" dirty="0" err="1"/>
              <a:t>Automated</a:t>
            </a:r>
            <a:r>
              <a:rPr lang="it-IT" dirty="0"/>
              <a:t> market maker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7348-461F-93D6-486B-2125DEF6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it-IT" dirty="0"/>
              <a:t>Algoritmo per lo scambio di token senza </a:t>
            </a:r>
            <a:r>
              <a:rPr lang="it-IT" dirty="0" err="1"/>
              <a:t>order</a:t>
            </a:r>
            <a:r>
              <a:rPr lang="it-IT" dirty="0"/>
              <a:t> book.</a:t>
            </a:r>
          </a:p>
          <a:p>
            <a:r>
              <a:rPr lang="it-IT" dirty="0"/>
              <a:t>Prezzo determinato da una formula, sulla base della disponibilità nel pool.</a:t>
            </a:r>
          </a:p>
          <a:p>
            <a:r>
              <a:rPr lang="it-IT" dirty="0"/>
              <a:t>Diversi modelli.</a:t>
            </a:r>
          </a:p>
          <a:p>
            <a:r>
              <a:rPr lang="it-IT" dirty="0"/>
              <a:t>Operazione di swap che trattiene </a:t>
            </a:r>
            <a:r>
              <a:rPr lang="it-IT" dirty="0" err="1"/>
              <a:t>fees</a:t>
            </a:r>
            <a:r>
              <a:rPr lang="it-IT" dirty="0"/>
              <a:t>.</a:t>
            </a:r>
          </a:p>
        </p:txBody>
      </p:sp>
      <p:pic>
        <p:nvPicPr>
          <p:cNvPr id="5" name="Picture 4" descr="A cartoon of a robot&#10;&#10;AI-generated content may be incorrect.">
            <a:extLst>
              <a:ext uri="{FF2B5EF4-FFF2-40B4-BE49-F238E27FC236}">
                <a16:creationId xmlns:a16="http://schemas.microsoft.com/office/drawing/2014/main" id="{E51B741F-8E46-3E8C-12A1-209887A4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633500"/>
            <a:ext cx="6095593" cy="342876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350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B895-A2B2-5CB7-BACD-9ACA3509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it-IT"/>
              <a:t>Attori principali</a:t>
            </a:r>
          </a:p>
        </p:txBody>
      </p:sp>
      <p:pic>
        <p:nvPicPr>
          <p:cNvPr id="6" name="Picture 5" descr="A blue and purple background with text&#10;&#10;AI-generated content may be incorrect.">
            <a:extLst>
              <a:ext uri="{FF2B5EF4-FFF2-40B4-BE49-F238E27FC236}">
                <a16:creationId xmlns:a16="http://schemas.microsoft.com/office/drawing/2014/main" id="{73F0850E-99AF-E0CA-7E14-11A848330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24" r="12230" b="-1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361570E-F8E2-9C0F-99CF-3980CB67B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298670"/>
              </p:ext>
            </p:extLst>
          </p:nvPr>
        </p:nvGraphicFramePr>
        <p:xfrm>
          <a:off x="7865806" y="2251587"/>
          <a:ext cx="3706762" cy="3972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3344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2C84-8A13-BE31-E3A3-3565AD81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it-IT" dirty="0"/>
              <a:t>Strategie di profitto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9EA7CA-BAFD-6418-ED62-1FA2A9E8BD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788016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066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FDDB-F783-CD02-1C0B-8A101E96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it-IT" dirty="0" err="1"/>
              <a:t>Uniswap</a:t>
            </a:r>
            <a:r>
              <a:rPr lang="it-IT" dirty="0"/>
              <a:t> v4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A4D68-EC03-B411-BDCA-DE00638D6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r>
              <a:rPr lang="it-IT" dirty="0"/>
              <a:t>Ultima versione del leader </a:t>
            </a:r>
            <a:r>
              <a:rPr lang="it-IT" dirty="0" err="1"/>
              <a:t>Uniswap</a:t>
            </a:r>
            <a:r>
              <a:rPr lang="it-IT" dirty="0"/>
              <a:t>.</a:t>
            </a:r>
          </a:p>
          <a:p>
            <a:r>
              <a:rPr lang="it-IT" dirty="0"/>
              <a:t>Libertà di personalizzazione con gli Hooks.</a:t>
            </a:r>
          </a:p>
          <a:p>
            <a:r>
              <a:rPr lang="it-IT" dirty="0"/>
              <a:t>Singolo contratto che gestisce tutti i pool (singleton).</a:t>
            </a:r>
          </a:p>
          <a:p>
            <a:r>
              <a:rPr lang="it-IT" dirty="0"/>
              <a:t>Interfaccia </a:t>
            </a:r>
            <a:r>
              <a:rPr lang="it-IT" dirty="0" err="1"/>
              <a:t>PoolManager</a:t>
            </a:r>
            <a:r>
              <a:rPr lang="it-IT" dirty="0"/>
              <a:t>.</a:t>
            </a:r>
          </a:p>
          <a:p>
            <a:r>
              <a:rPr lang="it-IT" dirty="0"/>
              <a:t>Risparmio di gas.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DC2AF-EC2D-58E5-01B2-F10487A3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6" r="5528" b="-3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150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AD7D-D72C-8F1E-41F9-4281A6C7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it-IT" dirty="0"/>
              <a:t>hooks</a:t>
            </a:r>
          </a:p>
        </p:txBody>
      </p:sp>
      <p:pic>
        <p:nvPicPr>
          <p:cNvPr id="5" name="Picture 4" descr="A black and white image of a unicorn&#10;&#10;AI-generated content may be incorrect.">
            <a:extLst>
              <a:ext uri="{FF2B5EF4-FFF2-40B4-BE49-F238E27FC236}">
                <a16:creationId xmlns:a16="http://schemas.microsoft.com/office/drawing/2014/main" id="{FF2F93D6-D8EB-DAF6-28BA-7AD0AC687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7" r="21340" b="2"/>
          <a:stretch>
            <a:fillRect/>
          </a:stretch>
        </p:blipFill>
        <p:spPr>
          <a:xfrm>
            <a:off x="20" y="975"/>
            <a:ext cx="609598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32CC7-9313-FA24-44CD-2020DE99B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>
            <a:normAutofit/>
          </a:bodyPr>
          <a:lstStyle/>
          <a:p>
            <a:r>
              <a:rPr lang="it-IT" dirty="0"/>
              <a:t>Principale novità v4.</a:t>
            </a:r>
          </a:p>
          <a:p>
            <a:r>
              <a:rPr lang="it-IT" dirty="0"/>
              <a:t>«plugin» per modificare il comportamento del pool.</a:t>
            </a:r>
          </a:p>
          <a:p>
            <a:r>
              <a:rPr lang="it-IT" dirty="0"/>
              <a:t>Esecuzione di azioni in momenti specifici: </a:t>
            </a:r>
            <a:r>
              <a:rPr lang="it-IT" dirty="0" err="1"/>
              <a:t>AfterSwap</a:t>
            </a:r>
            <a:r>
              <a:rPr lang="it-IT" dirty="0"/>
              <a:t>, </a:t>
            </a:r>
            <a:r>
              <a:rPr lang="it-IT" dirty="0" err="1"/>
              <a:t>BeforeInitialize</a:t>
            </a:r>
            <a:r>
              <a:rPr lang="it-IT" dirty="0"/>
              <a:t>…</a:t>
            </a:r>
          </a:p>
          <a:p>
            <a:r>
              <a:rPr lang="it-IT" dirty="0"/>
              <a:t>Permessi per selezionare gli eventi di interesse su cui si abilita la </a:t>
            </a:r>
            <a:r>
              <a:rPr lang="it-IT" dirty="0" err="1"/>
              <a:t>CallBack</a:t>
            </a:r>
            <a:r>
              <a:rPr lang="it-IT" dirty="0"/>
              <a:t>.</a:t>
            </a:r>
          </a:p>
          <a:p>
            <a:r>
              <a:rPr lang="it-IT" dirty="0"/>
              <a:t>Rischi e necessità di ulteriori precauzioni.</a:t>
            </a:r>
          </a:p>
        </p:txBody>
      </p:sp>
    </p:spTree>
    <p:extLst>
      <p:ext uri="{BB962C8B-B14F-4D97-AF65-F5344CB8AC3E}">
        <p14:creationId xmlns:p14="http://schemas.microsoft.com/office/powerpoint/2010/main" val="232969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FC302-5A78-1DD4-666C-8E0C16E3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Scenario d’uso completo</a:t>
            </a:r>
            <a:endParaRPr lang="it-I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BCC803-EE7D-2F9A-6420-7874FB43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it-IT" dirty="0" err="1"/>
              <a:t>Testnet</a:t>
            </a:r>
            <a:r>
              <a:rPr lang="it-IT" dirty="0"/>
              <a:t> </a:t>
            </a:r>
            <a:r>
              <a:rPr lang="it-IT" dirty="0" err="1"/>
              <a:t>Sepolia</a:t>
            </a:r>
            <a:r>
              <a:rPr lang="it-IT" dirty="0"/>
              <a:t>.</a:t>
            </a:r>
          </a:p>
          <a:p>
            <a:r>
              <a:rPr lang="it-IT" dirty="0"/>
              <a:t>Remix IDE.</a:t>
            </a:r>
          </a:p>
          <a:p>
            <a:r>
              <a:rPr lang="it-IT" dirty="0"/>
              <a:t>Tokens ERC20 di test</a:t>
            </a:r>
          </a:p>
        </p:txBody>
      </p:sp>
    </p:spTree>
    <p:extLst>
      <p:ext uri="{BB962C8B-B14F-4D97-AF65-F5344CB8AC3E}">
        <p14:creationId xmlns:p14="http://schemas.microsoft.com/office/powerpoint/2010/main" val="200055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4DA-DCA7-A85F-233B-DC69B2FF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it-IT" dirty="0" err="1"/>
              <a:t>Tokena</a:t>
            </a:r>
            <a:r>
              <a:rPr lang="it-IT" dirty="0"/>
              <a:t> e </a:t>
            </a:r>
            <a:r>
              <a:rPr lang="it-IT" dirty="0" err="1"/>
              <a:t>tokenb</a:t>
            </a: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A6CE4-AC08-EA7C-D3AA-B57EE47B02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6" b="1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139B-4A67-3ED1-CF06-BF9E9024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it-IT" dirty="0"/>
              <a:t>Token ERC20.</a:t>
            </a:r>
          </a:p>
          <a:p>
            <a:r>
              <a:rPr lang="it-IT" dirty="0"/>
              <a:t>Implementano una </a:t>
            </a:r>
            <a:r>
              <a:rPr lang="it-IT" dirty="0" err="1"/>
              <a:t>mint</a:t>
            </a:r>
            <a:r>
              <a:rPr lang="it-IT" dirty="0"/>
              <a:t> per ottenerli.</a:t>
            </a:r>
          </a:p>
          <a:p>
            <a:r>
              <a:rPr lang="it-IT" dirty="0" err="1"/>
              <a:t>Onlyowner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5878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0AD5-0C6D-BE02-6775-BF22D914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it-IT" dirty="0" err="1"/>
              <a:t>Automated</a:t>
            </a:r>
            <a:r>
              <a:rPr lang="it-IT" dirty="0"/>
              <a:t> market maker</a:t>
            </a:r>
          </a:p>
        </p:txBody>
      </p:sp>
      <p:pic>
        <p:nvPicPr>
          <p:cNvPr id="5" name="Picture 4" descr="A computer screen shot of a blockchain network&#10;&#10;AI-generated content may be incorrect.">
            <a:extLst>
              <a:ext uri="{FF2B5EF4-FFF2-40B4-BE49-F238E27FC236}">
                <a16:creationId xmlns:a16="http://schemas.microsoft.com/office/drawing/2014/main" id="{B7CEE607-897D-85BA-AB8D-5EBBAB0A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0" r="1570" b="1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31DC-0EA4-2736-9B9F-A09842E2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it-IT" dirty="0"/>
              <a:t>Gestisce un pool su </a:t>
            </a:r>
            <a:r>
              <a:rPr lang="it-IT" dirty="0" err="1"/>
              <a:t>TokenA</a:t>
            </a:r>
            <a:r>
              <a:rPr lang="it-IT" dirty="0"/>
              <a:t> e </a:t>
            </a:r>
            <a:r>
              <a:rPr lang="it-IT" dirty="0" err="1"/>
              <a:t>TokenB</a:t>
            </a:r>
            <a:r>
              <a:rPr lang="it-IT" dirty="0"/>
              <a:t>.</a:t>
            </a:r>
          </a:p>
          <a:p>
            <a:r>
              <a:rPr lang="it-IT" dirty="0"/>
              <a:t>Mint.</a:t>
            </a:r>
          </a:p>
          <a:p>
            <a:r>
              <a:rPr lang="it-IT" dirty="0"/>
              <a:t>Burn.</a:t>
            </a:r>
          </a:p>
          <a:p>
            <a:r>
              <a:rPr lang="it-IT" dirty="0"/>
              <a:t>Swap con </a:t>
            </a:r>
            <a:r>
              <a:rPr lang="it-IT" dirty="0" err="1"/>
              <a:t>fee</a:t>
            </a:r>
            <a:r>
              <a:rPr lang="it-IT" dirty="0"/>
              <a:t> dello 0.3%.</a:t>
            </a:r>
          </a:p>
        </p:txBody>
      </p:sp>
    </p:spTree>
    <p:extLst>
      <p:ext uri="{BB962C8B-B14F-4D97-AF65-F5344CB8AC3E}">
        <p14:creationId xmlns:p14="http://schemas.microsoft.com/office/powerpoint/2010/main" val="1244133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17FE-3953-EF0F-D224-15BC9EF2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it-IT"/>
              <a:t>test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1F639B-F54C-CF63-38A8-804F3035D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352894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766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E01-54CA-B9AE-4D34-EDD30839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it-IT" dirty="0"/>
              <a:t>Vulnerabilità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42DC942-4B33-F43A-33C1-A8A71B5A3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693126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6104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A3A5E-8082-9C70-5580-CD804EB91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conclusioni</a:t>
            </a:r>
            <a:endParaRPr lang="it-I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36DE2-B181-BDBA-05F2-B71CC8EC7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it-IT" dirty="0"/>
              <a:t>È stato implementato il cuore di un AMM su </a:t>
            </a:r>
            <a:r>
              <a:rPr lang="it-IT" dirty="0" err="1"/>
              <a:t>liquidity</a:t>
            </a:r>
            <a:r>
              <a:rPr lang="it-IT" dirty="0"/>
              <a:t> pool di </a:t>
            </a:r>
            <a:r>
              <a:rPr lang="it-IT" dirty="0" err="1"/>
              <a:t>TokenA</a:t>
            </a:r>
            <a:r>
              <a:rPr lang="it-IT" dirty="0"/>
              <a:t> e </a:t>
            </a:r>
            <a:r>
              <a:rPr lang="it-IT" dirty="0" err="1"/>
              <a:t>TokenB</a:t>
            </a:r>
            <a:r>
              <a:rPr lang="it-IT" dirty="0"/>
              <a:t>.</a:t>
            </a:r>
          </a:p>
          <a:p>
            <a:r>
              <a:rPr lang="it-IT" dirty="0"/>
              <a:t>I </a:t>
            </a:r>
            <a:r>
              <a:rPr lang="it-IT" dirty="0" err="1"/>
              <a:t>liquidity</a:t>
            </a:r>
            <a:r>
              <a:rPr lang="it-IT" dirty="0"/>
              <a:t> provider possono versare liquidità in cambio di quote.</a:t>
            </a:r>
          </a:p>
          <a:p>
            <a:r>
              <a:rPr lang="it-IT" dirty="0"/>
              <a:t>Gli utenti possono scambiare token secondo la formula dell’AMM.</a:t>
            </a:r>
          </a:p>
          <a:p>
            <a:r>
              <a:rPr lang="it-IT" dirty="0"/>
              <a:t>Le </a:t>
            </a:r>
            <a:r>
              <a:rPr lang="it-IT" dirty="0" err="1"/>
              <a:t>fee</a:t>
            </a:r>
            <a:r>
              <a:rPr lang="it-IT" dirty="0"/>
              <a:t> accrescono il valore del pool.</a:t>
            </a:r>
          </a:p>
          <a:p>
            <a:r>
              <a:rPr lang="it-IT" dirty="0"/>
              <a:t>I LP guadagnano una plusvalenza alla burn delle quote.</a:t>
            </a:r>
          </a:p>
        </p:txBody>
      </p:sp>
    </p:spTree>
    <p:extLst>
      <p:ext uri="{BB962C8B-B14F-4D97-AF65-F5344CB8AC3E}">
        <p14:creationId xmlns:p14="http://schemas.microsoft.com/office/powerpoint/2010/main" val="26418566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60</TotalTime>
  <Words>445</Words>
  <Application>Microsoft Macintosh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Analisi e comparazione dei sistemi defi che usano amm e liquidity pools</vt:lpstr>
      <vt:lpstr>Decentralized finance</vt:lpstr>
      <vt:lpstr>Liquidity pools</vt:lpstr>
      <vt:lpstr>Principali operazioni </vt:lpstr>
      <vt:lpstr>Automated market maker</vt:lpstr>
      <vt:lpstr>Attori principali</vt:lpstr>
      <vt:lpstr>Strategie di profitto</vt:lpstr>
      <vt:lpstr>Uniswap v4</vt:lpstr>
      <vt:lpstr>hooks</vt:lpstr>
      <vt:lpstr>Scenario d’uso completo</vt:lpstr>
      <vt:lpstr>Tokena e tokenb</vt:lpstr>
      <vt:lpstr>Automated market maker</vt:lpstr>
      <vt:lpstr>test</vt:lpstr>
      <vt:lpstr>Vulnerabilità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COCCO</dc:creator>
  <cp:lastModifiedBy>MATTIA COCCO</cp:lastModifiedBy>
  <cp:revision>2</cp:revision>
  <dcterms:created xsi:type="dcterms:W3CDTF">2025-07-29T20:02:45Z</dcterms:created>
  <dcterms:modified xsi:type="dcterms:W3CDTF">2025-07-29T21:03:55Z</dcterms:modified>
</cp:coreProperties>
</file>